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1"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60"/>
  </p:normalViewPr>
  <p:slideViewPr>
    <p:cSldViewPr snapToGrid="0">
      <p:cViewPr>
        <p:scale>
          <a:sx n="66" d="100"/>
          <a:sy n="66" d="100"/>
        </p:scale>
        <p:origin x="1330" y="41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FA4D78-78EB-4CEB-BEBB-7E463889EFC1}" type="doc">
      <dgm:prSet loTypeId="urn:microsoft.com/office/officeart/2018/5/layout/Centered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7B6FD180-E0B3-40D1-BEEA-04DD4DBE9206}">
      <dgm:prSet/>
      <dgm:spPr/>
      <dgm:t>
        <a:bodyPr/>
        <a:lstStyle/>
        <a:p>
          <a:pPr>
            <a:defRPr b="1"/>
          </a:pPr>
          <a:r>
            <a:rPr lang="en-US" b="1" u="sng"/>
            <a:t>Home Module:</a:t>
          </a:r>
          <a:endParaRPr lang="en-US"/>
        </a:p>
      </dgm:t>
    </dgm:pt>
    <dgm:pt modelId="{42CCDB8F-8945-4B8A-AFDF-6751EC90D818}" type="parTrans" cxnId="{1555A4A5-F46C-44C3-9106-87E6302B59B2}">
      <dgm:prSet/>
      <dgm:spPr/>
      <dgm:t>
        <a:bodyPr/>
        <a:lstStyle/>
        <a:p>
          <a:endParaRPr lang="en-US"/>
        </a:p>
      </dgm:t>
    </dgm:pt>
    <dgm:pt modelId="{C6A24737-58C2-40B5-9820-7F9F370711FB}" type="sibTrans" cxnId="{1555A4A5-F46C-44C3-9106-87E6302B59B2}">
      <dgm:prSet/>
      <dgm:spPr/>
      <dgm:t>
        <a:bodyPr/>
        <a:lstStyle/>
        <a:p>
          <a:endParaRPr lang="en-US"/>
        </a:p>
      </dgm:t>
    </dgm:pt>
    <dgm:pt modelId="{28B23E4C-0622-466F-803D-7BA00B8DF647}">
      <dgm:prSet/>
      <dgm:spPr/>
      <dgm:t>
        <a:bodyPr/>
        <a:lstStyle/>
        <a:p>
          <a:r>
            <a:rPr lang="en-US"/>
            <a:t>Best Designed Home page.</a:t>
          </a:r>
        </a:p>
      </dgm:t>
    </dgm:pt>
    <dgm:pt modelId="{C1F9688C-10E0-4339-89C5-B9047E8351D7}" type="parTrans" cxnId="{74FE272C-117E-4510-9D32-45F8A3E9431B}">
      <dgm:prSet/>
      <dgm:spPr/>
      <dgm:t>
        <a:bodyPr/>
        <a:lstStyle/>
        <a:p>
          <a:endParaRPr lang="en-US"/>
        </a:p>
      </dgm:t>
    </dgm:pt>
    <dgm:pt modelId="{4D3AA682-F74A-45F5-8F86-8E0632F57D6B}" type="sibTrans" cxnId="{74FE272C-117E-4510-9D32-45F8A3E9431B}">
      <dgm:prSet/>
      <dgm:spPr/>
      <dgm:t>
        <a:bodyPr/>
        <a:lstStyle/>
        <a:p>
          <a:endParaRPr lang="en-US"/>
        </a:p>
      </dgm:t>
    </dgm:pt>
    <dgm:pt modelId="{C56B8720-E35D-46EF-A1EC-1267F8ED99DC}">
      <dgm:prSet/>
      <dgm:spPr/>
      <dgm:t>
        <a:bodyPr/>
        <a:lstStyle/>
        <a:p>
          <a:r>
            <a:rPr lang="en-US"/>
            <a:t>Giving Info About Indent System.</a:t>
          </a:r>
        </a:p>
      </dgm:t>
    </dgm:pt>
    <dgm:pt modelId="{A85A82FF-D8B9-4A06-A1A6-24E1491EF9E8}" type="parTrans" cxnId="{90919C62-BA64-4FEF-B70D-45EC94B6EE10}">
      <dgm:prSet/>
      <dgm:spPr/>
      <dgm:t>
        <a:bodyPr/>
        <a:lstStyle/>
        <a:p>
          <a:endParaRPr lang="en-US"/>
        </a:p>
      </dgm:t>
    </dgm:pt>
    <dgm:pt modelId="{0C13EB88-E3FA-4786-AC15-B4983C8BA50D}" type="sibTrans" cxnId="{90919C62-BA64-4FEF-B70D-45EC94B6EE10}">
      <dgm:prSet/>
      <dgm:spPr/>
      <dgm:t>
        <a:bodyPr/>
        <a:lstStyle/>
        <a:p>
          <a:endParaRPr lang="en-US"/>
        </a:p>
      </dgm:t>
    </dgm:pt>
    <dgm:pt modelId="{972D80BE-BFD7-44D9-BCCE-A72BF42F87EE}">
      <dgm:prSet/>
      <dgm:spPr/>
      <dgm:t>
        <a:bodyPr/>
        <a:lstStyle/>
        <a:p>
          <a:r>
            <a:rPr lang="en-US"/>
            <a:t>Easy Access to Indent.</a:t>
          </a:r>
        </a:p>
      </dgm:t>
    </dgm:pt>
    <dgm:pt modelId="{F6EC3A9F-2819-4A0F-B4CF-9C9FE713F35A}" type="parTrans" cxnId="{46B308AF-B2A4-4A0B-9E60-6980A4C4973D}">
      <dgm:prSet/>
      <dgm:spPr/>
      <dgm:t>
        <a:bodyPr/>
        <a:lstStyle/>
        <a:p>
          <a:endParaRPr lang="en-US"/>
        </a:p>
      </dgm:t>
    </dgm:pt>
    <dgm:pt modelId="{D51A25F0-D080-4DC2-A4A3-64118753641F}" type="sibTrans" cxnId="{46B308AF-B2A4-4A0B-9E60-6980A4C4973D}">
      <dgm:prSet/>
      <dgm:spPr/>
      <dgm:t>
        <a:bodyPr/>
        <a:lstStyle/>
        <a:p>
          <a:endParaRPr lang="en-US"/>
        </a:p>
      </dgm:t>
    </dgm:pt>
    <dgm:pt modelId="{CC47739C-F810-422C-B218-D613DFD2A59E}">
      <dgm:prSet/>
      <dgm:spPr/>
      <dgm:t>
        <a:bodyPr/>
        <a:lstStyle/>
        <a:p>
          <a:r>
            <a:rPr lang="en-US"/>
            <a:t>Details About System Modules (Create Indent, Indent Status, Indent Report).</a:t>
          </a:r>
        </a:p>
      </dgm:t>
    </dgm:pt>
    <dgm:pt modelId="{9A3A22CD-47B3-49A9-AACB-01436812103E}" type="parTrans" cxnId="{665E35F5-DD11-4E76-9AAC-687188F4323B}">
      <dgm:prSet/>
      <dgm:spPr/>
      <dgm:t>
        <a:bodyPr/>
        <a:lstStyle/>
        <a:p>
          <a:endParaRPr lang="en-US"/>
        </a:p>
      </dgm:t>
    </dgm:pt>
    <dgm:pt modelId="{26D9D2E2-1607-4727-9070-DA3E1DB45B15}" type="sibTrans" cxnId="{665E35F5-DD11-4E76-9AAC-687188F4323B}">
      <dgm:prSet/>
      <dgm:spPr/>
      <dgm:t>
        <a:bodyPr/>
        <a:lstStyle/>
        <a:p>
          <a:endParaRPr lang="en-US"/>
        </a:p>
      </dgm:t>
    </dgm:pt>
    <dgm:pt modelId="{E64725EF-9476-43B8-8DAC-A42A458AEB49}">
      <dgm:prSet/>
      <dgm:spPr/>
      <dgm:t>
        <a:bodyPr/>
        <a:lstStyle/>
        <a:p>
          <a:pPr>
            <a:defRPr b="1"/>
          </a:pPr>
          <a:r>
            <a:rPr lang="en-US" b="1" u="sng"/>
            <a:t>Create Indent:</a:t>
          </a:r>
          <a:endParaRPr lang="en-US"/>
        </a:p>
      </dgm:t>
    </dgm:pt>
    <dgm:pt modelId="{B57426F7-FADF-4A66-9E0F-A87270E080CF}" type="parTrans" cxnId="{7A479129-C4A2-4325-A799-FC0917C92A6C}">
      <dgm:prSet/>
      <dgm:spPr/>
      <dgm:t>
        <a:bodyPr/>
        <a:lstStyle/>
        <a:p>
          <a:endParaRPr lang="en-US"/>
        </a:p>
      </dgm:t>
    </dgm:pt>
    <dgm:pt modelId="{CFFF5562-9C09-4663-9446-9668090E3D9B}" type="sibTrans" cxnId="{7A479129-C4A2-4325-A799-FC0917C92A6C}">
      <dgm:prSet/>
      <dgm:spPr/>
      <dgm:t>
        <a:bodyPr/>
        <a:lstStyle/>
        <a:p>
          <a:endParaRPr lang="en-US"/>
        </a:p>
      </dgm:t>
    </dgm:pt>
    <dgm:pt modelId="{B27B37B8-9BA3-47D6-B8DE-0958F9718E48}">
      <dgm:prSet/>
      <dgm:spPr/>
      <dgm:t>
        <a:bodyPr/>
        <a:lstStyle/>
        <a:p>
          <a:r>
            <a:rPr lang="en-US"/>
            <a:t>Giving Indent Form</a:t>
          </a:r>
        </a:p>
      </dgm:t>
    </dgm:pt>
    <dgm:pt modelId="{CC41B872-B865-4BF5-9154-A1E95E83C318}" type="parTrans" cxnId="{CDC44FC1-D028-4EDF-8786-6DC7BFDC2966}">
      <dgm:prSet/>
      <dgm:spPr/>
      <dgm:t>
        <a:bodyPr/>
        <a:lstStyle/>
        <a:p>
          <a:endParaRPr lang="en-US"/>
        </a:p>
      </dgm:t>
    </dgm:pt>
    <dgm:pt modelId="{FAC3528C-5611-4700-98B2-6496400182B0}" type="sibTrans" cxnId="{CDC44FC1-D028-4EDF-8786-6DC7BFDC2966}">
      <dgm:prSet/>
      <dgm:spPr/>
      <dgm:t>
        <a:bodyPr/>
        <a:lstStyle/>
        <a:p>
          <a:endParaRPr lang="en-US"/>
        </a:p>
      </dgm:t>
    </dgm:pt>
    <dgm:pt modelId="{B47E73D0-922F-40D0-A072-1BAC9626582F}">
      <dgm:prSet/>
      <dgm:spPr/>
      <dgm:t>
        <a:bodyPr/>
        <a:lstStyle/>
        <a:p>
          <a:r>
            <a:rPr lang="en-US"/>
            <a:t>Using This form Request the Manager for The Indent.</a:t>
          </a:r>
        </a:p>
      </dgm:t>
    </dgm:pt>
    <dgm:pt modelId="{5F0B6878-D8E6-4290-A929-359ACBDD5439}" type="parTrans" cxnId="{EF5374BC-1364-4F68-92D1-B498115D294C}">
      <dgm:prSet/>
      <dgm:spPr/>
      <dgm:t>
        <a:bodyPr/>
        <a:lstStyle/>
        <a:p>
          <a:endParaRPr lang="en-US"/>
        </a:p>
      </dgm:t>
    </dgm:pt>
    <dgm:pt modelId="{BD0CDE38-68B4-4BF8-9458-E7CE41AA2C8B}" type="sibTrans" cxnId="{EF5374BC-1364-4F68-92D1-B498115D294C}">
      <dgm:prSet/>
      <dgm:spPr/>
      <dgm:t>
        <a:bodyPr/>
        <a:lstStyle/>
        <a:p>
          <a:endParaRPr lang="en-US"/>
        </a:p>
      </dgm:t>
    </dgm:pt>
    <dgm:pt modelId="{64B09930-4A77-432E-8379-B6568C848214}">
      <dgm:prSet/>
      <dgm:spPr/>
      <dgm:t>
        <a:bodyPr/>
        <a:lstStyle/>
        <a:p>
          <a:r>
            <a:rPr lang="en-US"/>
            <a:t>Simple And Easy Fill up the form.</a:t>
          </a:r>
        </a:p>
      </dgm:t>
    </dgm:pt>
    <dgm:pt modelId="{462D7084-2F06-4F1C-97D5-D882580DE5B1}" type="parTrans" cxnId="{B0C1A7D7-583D-4178-B702-F7602A1594B8}">
      <dgm:prSet/>
      <dgm:spPr/>
      <dgm:t>
        <a:bodyPr/>
        <a:lstStyle/>
        <a:p>
          <a:endParaRPr lang="en-US"/>
        </a:p>
      </dgm:t>
    </dgm:pt>
    <dgm:pt modelId="{3CF73521-F386-4968-86D4-10CAF8E487DB}" type="sibTrans" cxnId="{B0C1A7D7-583D-4178-B702-F7602A1594B8}">
      <dgm:prSet/>
      <dgm:spPr/>
      <dgm:t>
        <a:bodyPr/>
        <a:lstStyle/>
        <a:p>
          <a:endParaRPr lang="en-US"/>
        </a:p>
      </dgm:t>
    </dgm:pt>
    <dgm:pt modelId="{FE27ADDF-3BD9-4B6D-8291-BA3DCA67A5EF}">
      <dgm:prSet/>
      <dgm:spPr/>
      <dgm:t>
        <a:bodyPr/>
        <a:lstStyle/>
        <a:p>
          <a:r>
            <a:rPr lang="en-US"/>
            <a:t>Redirecting to Indent Status Page.</a:t>
          </a:r>
        </a:p>
      </dgm:t>
    </dgm:pt>
    <dgm:pt modelId="{965E568E-300B-4C86-800F-67D83EC3D5A0}" type="parTrans" cxnId="{E9102CA0-0C4B-4426-988A-340FD780324D}">
      <dgm:prSet/>
      <dgm:spPr/>
      <dgm:t>
        <a:bodyPr/>
        <a:lstStyle/>
        <a:p>
          <a:endParaRPr lang="en-US"/>
        </a:p>
      </dgm:t>
    </dgm:pt>
    <dgm:pt modelId="{553AB32C-DB3D-4531-9A5D-1B867782D246}" type="sibTrans" cxnId="{E9102CA0-0C4B-4426-988A-340FD780324D}">
      <dgm:prSet/>
      <dgm:spPr/>
      <dgm:t>
        <a:bodyPr/>
        <a:lstStyle/>
        <a:p>
          <a:endParaRPr lang="en-US"/>
        </a:p>
      </dgm:t>
    </dgm:pt>
    <dgm:pt modelId="{E51DB225-9AF6-4303-9082-492EA8F3E591}" type="pres">
      <dgm:prSet presAssocID="{A7FA4D78-78EB-4CEB-BEBB-7E463889EFC1}" presName="root" presStyleCnt="0">
        <dgm:presLayoutVars>
          <dgm:dir/>
          <dgm:resizeHandles val="exact"/>
        </dgm:presLayoutVars>
      </dgm:prSet>
      <dgm:spPr/>
    </dgm:pt>
    <dgm:pt modelId="{888F81F6-5316-4D3E-B82E-2205C3F30058}" type="pres">
      <dgm:prSet presAssocID="{7B6FD180-E0B3-40D1-BEEA-04DD4DBE9206}" presName="compNode" presStyleCnt="0"/>
      <dgm:spPr/>
    </dgm:pt>
    <dgm:pt modelId="{EEDB3CA5-3163-41A0-A889-86B7C53CB4C9}" type="pres">
      <dgm:prSet presAssocID="{7B6FD180-E0B3-40D1-BEEA-04DD4DBE920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ouse"/>
        </a:ext>
      </dgm:extLst>
    </dgm:pt>
    <dgm:pt modelId="{DE4D365B-0781-477C-8DD5-246B20CC56F0}" type="pres">
      <dgm:prSet presAssocID="{7B6FD180-E0B3-40D1-BEEA-04DD4DBE9206}" presName="iconSpace" presStyleCnt="0"/>
      <dgm:spPr/>
    </dgm:pt>
    <dgm:pt modelId="{09CE0A68-C75F-4EA9-92CE-4AD0986125CB}" type="pres">
      <dgm:prSet presAssocID="{7B6FD180-E0B3-40D1-BEEA-04DD4DBE9206}" presName="parTx" presStyleLbl="revTx" presStyleIdx="0" presStyleCnt="4">
        <dgm:presLayoutVars>
          <dgm:chMax val="0"/>
          <dgm:chPref val="0"/>
        </dgm:presLayoutVars>
      </dgm:prSet>
      <dgm:spPr/>
    </dgm:pt>
    <dgm:pt modelId="{173F7927-922E-41ED-82CF-841534F2986C}" type="pres">
      <dgm:prSet presAssocID="{7B6FD180-E0B3-40D1-BEEA-04DD4DBE9206}" presName="txSpace" presStyleCnt="0"/>
      <dgm:spPr/>
    </dgm:pt>
    <dgm:pt modelId="{29FB9541-23BC-4773-A2A7-A4D4838FFF88}" type="pres">
      <dgm:prSet presAssocID="{7B6FD180-E0B3-40D1-BEEA-04DD4DBE9206}" presName="desTx" presStyleLbl="revTx" presStyleIdx="1" presStyleCnt="4">
        <dgm:presLayoutVars/>
      </dgm:prSet>
      <dgm:spPr/>
    </dgm:pt>
    <dgm:pt modelId="{3F96656E-40E7-40C4-8F45-D4F680CBE751}" type="pres">
      <dgm:prSet presAssocID="{C6A24737-58C2-40B5-9820-7F9F370711FB}" presName="sibTrans" presStyleCnt="0"/>
      <dgm:spPr/>
    </dgm:pt>
    <dgm:pt modelId="{8490CC14-B718-47EE-9877-C8B0E9410DC2}" type="pres">
      <dgm:prSet presAssocID="{E64725EF-9476-43B8-8DAC-A42A458AEB49}" presName="compNode" presStyleCnt="0"/>
      <dgm:spPr/>
    </dgm:pt>
    <dgm:pt modelId="{C1043B9D-DB86-418E-BCFE-CDB5AE9A77C1}" type="pres">
      <dgm:prSet presAssocID="{E64725EF-9476-43B8-8DAC-A42A458AEB4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dd"/>
        </a:ext>
      </dgm:extLst>
    </dgm:pt>
    <dgm:pt modelId="{0AFA0C0D-78AA-4A15-A3F9-2AF7DE401535}" type="pres">
      <dgm:prSet presAssocID="{E64725EF-9476-43B8-8DAC-A42A458AEB49}" presName="iconSpace" presStyleCnt="0"/>
      <dgm:spPr/>
    </dgm:pt>
    <dgm:pt modelId="{E5C69DBA-958E-4F03-AB58-35C3E6D13C70}" type="pres">
      <dgm:prSet presAssocID="{E64725EF-9476-43B8-8DAC-A42A458AEB49}" presName="parTx" presStyleLbl="revTx" presStyleIdx="2" presStyleCnt="4">
        <dgm:presLayoutVars>
          <dgm:chMax val="0"/>
          <dgm:chPref val="0"/>
        </dgm:presLayoutVars>
      </dgm:prSet>
      <dgm:spPr/>
    </dgm:pt>
    <dgm:pt modelId="{0F9FB44A-DB2F-4913-AAEF-D603E427B1A7}" type="pres">
      <dgm:prSet presAssocID="{E64725EF-9476-43B8-8DAC-A42A458AEB49}" presName="txSpace" presStyleCnt="0"/>
      <dgm:spPr/>
    </dgm:pt>
    <dgm:pt modelId="{F7421FB3-D4C7-403A-A7B1-2CAAB83898A5}" type="pres">
      <dgm:prSet presAssocID="{E64725EF-9476-43B8-8DAC-A42A458AEB49}" presName="desTx" presStyleLbl="revTx" presStyleIdx="3" presStyleCnt="4">
        <dgm:presLayoutVars/>
      </dgm:prSet>
      <dgm:spPr/>
    </dgm:pt>
  </dgm:ptLst>
  <dgm:cxnLst>
    <dgm:cxn modelId="{0B351A27-F43E-410E-9891-C8DD586B2C66}" type="presOf" srcId="{A7FA4D78-78EB-4CEB-BEBB-7E463889EFC1}" destId="{E51DB225-9AF6-4303-9082-492EA8F3E591}" srcOrd="0" destOrd="0" presId="urn:microsoft.com/office/officeart/2018/5/layout/CenteredIconLabelDescriptionList"/>
    <dgm:cxn modelId="{7A479129-C4A2-4325-A799-FC0917C92A6C}" srcId="{A7FA4D78-78EB-4CEB-BEBB-7E463889EFC1}" destId="{E64725EF-9476-43B8-8DAC-A42A458AEB49}" srcOrd="1" destOrd="0" parTransId="{B57426F7-FADF-4A66-9E0F-A87270E080CF}" sibTransId="{CFFF5562-9C09-4663-9446-9668090E3D9B}"/>
    <dgm:cxn modelId="{74FE272C-117E-4510-9D32-45F8A3E9431B}" srcId="{7B6FD180-E0B3-40D1-BEEA-04DD4DBE9206}" destId="{28B23E4C-0622-466F-803D-7BA00B8DF647}" srcOrd="0" destOrd="0" parTransId="{C1F9688C-10E0-4339-89C5-B9047E8351D7}" sibTransId="{4D3AA682-F74A-45F5-8F86-8E0632F57D6B}"/>
    <dgm:cxn modelId="{90919C62-BA64-4FEF-B70D-45EC94B6EE10}" srcId="{7B6FD180-E0B3-40D1-BEEA-04DD4DBE9206}" destId="{C56B8720-E35D-46EF-A1EC-1267F8ED99DC}" srcOrd="1" destOrd="0" parTransId="{A85A82FF-D8B9-4A06-A1A6-24E1491EF9E8}" sibTransId="{0C13EB88-E3FA-4786-AC15-B4983C8BA50D}"/>
    <dgm:cxn modelId="{5A40F045-935E-41D7-ADDC-3C19D5CFF570}" type="presOf" srcId="{C56B8720-E35D-46EF-A1EC-1267F8ED99DC}" destId="{29FB9541-23BC-4773-A2A7-A4D4838FFF88}" srcOrd="0" destOrd="1" presId="urn:microsoft.com/office/officeart/2018/5/layout/CenteredIconLabelDescriptionList"/>
    <dgm:cxn modelId="{A0EA344E-ADA6-4A99-A814-07D91B871E9B}" type="presOf" srcId="{FE27ADDF-3BD9-4B6D-8291-BA3DCA67A5EF}" destId="{F7421FB3-D4C7-403A-A7B1-2CAAB83898A5}" srcOrd="0" destOrd="3" presId="urn:microsoft.com/office/officeart/2018/5/layout/CenteredIconLabelDescriptionList"/>
    <dgm:cxn modelId="{0160364E-946F-4D11-8DBC-881190898F56}" type="presOf" srcId="{7B6FD180-E0B3-40D1-BEEA-04DD4DBE9206}" destId="{09CE0A68-C75F-4EA9-92CE-4AD0986125CB}" srcOrd="0" destOrd="0" presId="urn:microsoft.com/office/officeart/2018/5/layout/CenteredIconLabelDescriptionList"/>
    <dgm:cxn modelId="{5AE80073-F6EC-43CE-804F-051507E833BC}" type="presOf" srcId="{CC47739C-F810-422C-B218-D613DFD2A59E}" destId="{29FB9541-23BC-4773-A2A7-A4D4838FFF88}" srcOrd="0" destOrd="3" presId="urn:microsoft.com/office/officeart/2018/5/layout/CenteredIconLabelDescriptionList"/>
    <dgm:cxn modelId="{5EE8B459-207B-4E16-8F54-FC8483B4C294}" type="presOf" srcId="{B27B37B8-9BA3-47D6-B8DE-0958F9718E48}" destId="{F7421FB3-D4C7-403A-A7B1-2CAAB83898A5}" srcOrd="0" destOrd="0" presId="urn:microsoft.com/office/officeart/2018/5/layout/CenteredIconLabelDescriptionList"/>
    <dgm:cxn modelId="{A4E13E9B-6708-4EB9-A981-463D2E6CD8C7}" type="presOf" srcId="{64B09930-4A77-432E-8379-B6568C848214}" destId="{F7421FB3-D4C7-403A-A7B1-2CAAB83898A5}" srcOrd="0" destOrd="2" presId="urn:microsoft.com/office/officeart/2018/5/layout/CenteredIconLabelDescriptionList"/>
    <dgm:cxn modelId="{E9102CA0-0C4B-4426-988A-340FD780324D}" srcId="{E64725EF-9476-43B8-8DAC-A42A458AEB49}" destId="{FE27ADDF-3BD9-4B6D-8291-BA3DCA67A5EF}" srcOrd="3" destOrd="0" parTransId="{965E568E-300B-4C86-800F-67D83EC3D5A0}" sibTransId="{553AB32C-DB3D-4531-9A5D-1B867782D246}"/>
    <dgm:cxn modelId="{817463A1-4A4E-443C-A6D4-CEF5B3DF41A0}" type="presOf" srcId="{B47E73D0-922F-40D0-A072-1BAC9626582F}" destId="{F7421FB3-D4C7-403A-A7B1-2CAAB83898A5}" srcOrd="0" destOrd="1" presId="urn:microsoft.com/office/officeart/2018/5/layout/CenteredIconLabelDescriptionList"/>
    <dgm:cxn modelId="{1555A4A5-F46C-44C3-9106-87E6302B59B2}" srcId="{A7FA4D78-78EB-4CEB-BEBB-7E463889EFC1}" destId="{7B6FD180-E0B3-40D1-BEEA-04DD4DBE9206}" srcOrd="0" destOrd="0" parTransId="{42CCDB8F-8945-4B8A-AFDF-6751EC90D818}" sibTransId="{C6A24737-58C2-40B5-9820-7F9F370711FB}"/>
    <dgm:cxn modelId="{46B308AF-B2A4-4A0B-9E60-6980A4C4973D}" srcId="{7B6FD180-E0B3-40D1-BEEA-04DD4DBE9206}" destId="{972D80BE-BFD7-44D9-BCCE-A72BF42F87EE}" srcOrd="2" destOrd="0" parTransId="{F6EC3A9F-2819-4A0F-B4CF-9C9FE713F35A}" sibTransId="{D51A25F0-D080-4DC2-A4A3-64118753641F}"/>
    <dgm:cxn modelId="{54CB7CB9-8C7B-4AFA-B07D-3D1A0DC9B381}" type="presOf" srcId="{972D80BE-BFD7-44D9-BCCE-A72BF42F87EE}" destId="{29FB9541-23BC-4773-A2A7-A4D4838FFF88}" srcOrd="0" destOrd="2" presId="urn:microsoft.com/office/officeart/2018/5/layout/CenteredIconLabelDescriptionList"/>
    <dgm:cxn modelId="{EF5374BC-1364-4F68-92D1-B498115D294C}" srcId="{E64725EF-9476-43B8-8DAC-A42A458AEB49}" destId="{B47E73D0-922F-40D0-A072-1BAC9626582F}" srcOrd="1" destOrd="0" parTransId="{5F0B6878-D8E6-4290-A929-359ACBDD5439}" sibTransId="{BD0CDE38-68B4-4BF8-9458-E7CE41AA2C8B}"/>
    <dgm:cxn modelId="{6229B5BF-6DF3-4979-9C1A-F8351B65EA8A}" type="presOf" srcId="{E64725EF-9476-43B8-8DAC-A42A458AEB49}" destId="{E5C69DBA-958E-4F03-AB58-35C3E6D13C70}" srcOrd="0" destOrd="0" presId="urn:microsoft.com/office/officeart/2018/5/layout/CenteredIconLabelDescriptionList"/>
    <dgm:cxn modelId="{CDC44FC1-D028-4EDF-8786-6DC7BFDC2966}" srcId="{E64725EF-9476-43B8-8DAC-A42A458AEB49}" destId="{B27B37B8-9BA3-47D6-B8DE-0958F9718E48}" srcOrd="0" destOrd="0" parTransId="{CC41B872-B865-4BF5-9154-A1E95E83C318}" sibTransId="{FAC3528C-5611-4700-98B2-6496400182B0}"/>
    <dgm:cxn modelId="{B0C1A7D7-583D-4178-B702-F7602A1594B8}" srcId="{E64725EF-9476-43B8-8DAC-A42A458AEB49}" destId="{64B09930-4A77-432E-8379-B6568C848214}" srcOrd="2" destOrd="0" parTransId="{462D7084-2F06-4F1C-97D5-D882580DE5B1}" sibTransId="{3CF73521-F386-4968-86D4-10CAF8E487DB}"/>
    <dgm:cxn modelId="{665E35F5-DD11-4E76-9AAC-687188F4323B}" srcId="{7B6FD180-E0B3-40D1-BEEA-04DD4DBE9206}" destId="{CC47739C-F810-422C-B218-D613DFD2A59E}" srcOrd="3" destOrd="0" parTransId="{9A3A22CD-47B3-49A9-AACB-01436812103E}" sibTransId="{26D9D2E2-1607-4727-9070-DA3E1DB45B15}"/>
    <dgm:cxn modelId="{A08CD7FA-7533-47B0-87D9-3B4C8F424C15}" type="presOf" srcId="{28B23E4C-0622-466F-803D-7BA00B8DF647}" destId="{29FB9541-23BC-4773-A2A7-A4D4838FFF88}" srcOrd="0" destOrd="0" presId="urn:microsoft.com/office/officeart/2018/5/layout/CenteredIconLabelDescriptionList"/>
    <dgm:cxn modelId="{1D5C00C2-438E-4210-ABF2-6C22B121487F}" type="presParOf" srcId="{E51DB225-9AF6-4303-9082-492EA8F3E591}" destId="{888F81F6-5316-4D3E-B82E-2205C3F30058}" srcOrd="0" destOrd="0" presId="urn:microsoft.com/office/officeart/2018/5/layout/CenteredIconLabelDescriptionList"/>
    <dgm:cxn modelId="{8148AC86-A47B-4739-A0DA-815755E25421}" type="presParOf" srcId="{888F81F6-5316-4D3E-B82E-2205C3F30058}" destId="{EEDB3CA5-3163-41A0-A889-86B7C53CB4C9}" srcOrd="0" destOrd="0" presId="urn:microsoft.com/office/officeart/2018/5/layout/CenteredIconLabelDescriptionList"/>
    <dgm:cxn modelId="{2A41577A-2302-414B-9C82-8AAA0E0DA0E5}" type="presParOf" srcId="{888F81F6-5316-4D3E-B82E-2205C3F30058}" destId="{DE4D365B-0781-477C-8DD5-246B20CC56F0}" srcOrd="1" destOrd="0" presId="urn:microsoft.com/office/officeart/2018/5/layout/CenteredIconLabelDescriptionList"/>
    <dgm:cxn modelId="{8FBBC941-3CFA-4C3B-8276-662FE7DBC08B}" type="presParOf" srcId="{888F81F6-5316-4D3E-B82E-2205C3F30058}" destId="{09CE0A68-C75F-4EA9-92CE-4AD0986125CB}" srcOrd="2" destOrd="0" presId="urn:microsoft.com/office/officeart/2018/5/layout/CenteredIconLabelDescriptionList"/>
    <dgm:cxn modelId="{F7884796-6325-468A-ACD0-E41ACA8F5162}" type="presParOf" srcId="{888F81F6-5316-4D3E-B82E-2205C3F30058}" destId="{173F7927-922E-41ED-82CF-841534F2986C}" srcOrd="3" destOrd="0" presId="urn:microsoft.com/office/officeart/2018/5/layout/CenteredIconLabelDescriptionList"/>
    <dgm:cxn modelId="{BFA875E6-B5CC-4009-B54F-C514958C38FD}" type="presParOf" srcId="{888F81F6-5316-4D3E-B82E-2205C3F30058}" destId="{29FB9541-23BC-4773-A2A7-A4D4838FFF88}" srcOrd="4" destOrd="0" presId="urn:microsoft.com/office/officeart/2018/5/layout/CenteredIconLabelDescriptionList"/>
    <dgm:cxn modelId="{B5F8588E-8859-427B-B266-DEA7D8AA279B}" type="presParOf" srcId="{E51DB225-9AF6-4303-9082-492EA8F3E591}" destId="{3F96656E-40E7-40C4-8F45-D4F680CBE751}" srcOrd="1" destOrd="0" presId="urn:microsoft.com/office/officeart/2018/5/layout/CenteredIconLabelDescriptionList"/>
    <dgm:cxn modelId="{3AA7CF08-71B2-4594-9B9F-4D4F9517F780}" type="presParOf" srcId="{E51DB225-9AF6-4303-9082-492EA8F3E591}" destId="{8490CC14-B718-47EE-9877-C8B0E9410DC2}" srcOrd="2" destOrd="0" presId="urn:microsoft.com/office/officeart/2018/5/layout/CenteredIconLabelDescriptionList"/>
    <dgm:cxn modelId="{82DFBB77-9544-4845-B924-815B3477A971}" type="presParOf" srcId="{8490CC14-B718-47EE-9877-C8B0E9410DC2}" destId="{C1043B9D-DB86-418E-BCFE-CDB5AE9A77C1}" srcOrd="0" destOrd="0" presId="urn:microsoft.com/office/officeart/2018/5/layout/CenteredIconLabelDescriptionList"/>
    <dgm:cxn modelId="{A48F74CA-5758-4582-90D4-386D12F21A91}" type="presParOf" srcId="{8490CC14-B718-47EE-9877-C8B0E9410DC2}" destId="{0AFA0C0D-78AA-4A15-A3F9-2AF7DE401535}" srcOrd="1" destOrd="0" presId="urn:microsoft.com/office/officeart/2018/5/layout/CenteredIconLabelDescriptionList"/>
    <dgm:cxn modelId="{27EC0060-FB8A-413A-9D22-3D925AA43242}" type="presParOf" srcId="{8490CC14-B718-47EE-9877-C8B0E9410DC2}" destId="{E5C69DBA-958E-4F03-AB58-35C3E6D13C70}" srcOrd="2" destOrd="0" presId="urn:microsoft.com/office/officeart/2018/5/layout/CenteredIconLabelDescriptionList"/>
    <dgm:cxn modelId="{BF664A1C-FA11-40DD-9E26-095590A8A56F}" type="presParOf" srcId="{8490CC14-B718-47EE-9877-C8B0E9410DC2}" destId="{0F9FB44A-DB2F-4913-AAEF-D603E427B1A7}" srcOrd="3" destOrd="0" presId="urn:microsoft.com/office/officeart/2018/5/layout/CenteredIconLabelDescriptionList"/>
    <dgm:cxn modelId="{998E7687-37B8-4139-B804-73030AB93E35}" type="presParOf" srcId="{8490CC14-B718-47EE-9877-C8B0E9410DC2}" destId="{F7421FB3-D4C7-403A-A7B1-2CAAB83898A5}"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C62C84E-7BB7-4F23-96CB-9096E308FF8F}"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US"/>
        </a:p>
      </dgm:t>
    </dgm:pt>
    <dgm:pt modelId="{B2E219AF-ADFB-4F96-808A-03C1F00E5D8E}">
      <dgm:prSet/>
      <dgm:spPr/>
      <dgm:t>
        <a:bodyPr/>
        <a:lstStyle/>
        <a:p>
          <a:r>
            <a:rPr lang="en-US" b="1" u="sng"/>
            <a:t>C. Indent Status:</a:t>
          </a:r>
          <a:endParaRPr lang="en-US"/>
        </a:p>
      </dgm:t>
    </dgm:pt>
    <dgm:pt modelId="{F75F855C-BA77-430A-B578-15D1256FCB21}" type="parTrans" cxnId="{8E516578-4697-4388-A4AF-B2C815DA7F95}">
      <dgm:prSet/>
      <dgm:spPr/>
      <dgm:t>
        <a:bodyPr/>
        <a:lstStyle/>
        <a:p>
          <a:endParaRPr lang="en-US"/>
        </a:p>
      </dgm:t>
    </dgm:pt>
    <dgm:pt modelId="{3048A2E1-AA1D-453C-B93E-16B0CAD75E87}" type="sibTrans" cxnId="{8E516578-4697-4388-A4AF-B2C815DA7F95}">
      <dgm:prSet/>
      <dgm:spPr/>
      <dgm:t>
        <a:bodyPr/>
        <a:lstStyle/>
        <a:p>
          <a:endParaRPr lang="en-US"/>
        </a:p>
      </dgm:t>
    </dgm:pt>
    <dgm:pt modelId="{526599B0-F956-4379-92F4-A2E65C268778}">
      <dgm:prSet/>
      <dgm:spPr/>
      <dgm:t>
        <a:bodyPr/>
        <a:lstStyle/>
        <a:p>
          <a:r>
            <a:rPr lang="en-US"/>
            <a:t>Status of the User Indent.</a:t>
          </a:r>
        </a:p>
      </dgm:t>
    </dgm:pt>
    <dgm:pt modelId="{139D372A-1C8C-4EF4-9D1F-A5AAB1AA8D65}" type="parTrans" cxnId="{B0422954-2E68-43BC-91C7-3B75584129BA}">
      <dgm:prSet/>
      <dgm:spPr/>
      <dgm:t>
        <a:bodyPr/>
        <a:lstStyle/>
        <a:p>
          <a:endParaRPr lang="en-US"/>
        </a:p>
      </dgm:t>
    </dgm:pt>
    <dgm:pt modelId="{3166193D-600D-47E4-AAB8-B5C14DF6A6AA}" type="sibTrans" cxnId="{B0422954-2E68-43BC-91C7-3B75584129BA}">
      <dgm:prSet/>
      <dgm:spPr/>
      <dgm:t>
        <a:bodyPr/>
        <a:lstStyle/>
        <a:p>
          <a:endParaRPr lang="en-US"/>
        </a:p>
      </dgm:t>
    </dgm:pt>
    <dgm:pt modelId="{5A04B550-4CC9-4041-B061-DA632697B7E0}">
      <dgm:prSet/>
      <dgm:spPr/>
      <dgm:t>
        <a:bodyPr/>
        <a:lstStyle/>
        <a:p>
          <a:r>
            <a:rPr lang="en-US"/>
            <a:t>Details of Indent or their Status.</a:t>
          </a:r>
        </a:p>
      </dgm:t>
    </dgm:pt>
    <dgm:pt modelId="{4C2ED615-587A-4C22-A4BF-7D52C7DD08E3}" type="parTrans" cxnId="{1A8AAA22-51DD-4E35-AE66-7F3C4FFB10B1}">
      <dgm:prSet/>
      <dgm:spPr/>
      <dgm:t>
        <a:bodyPr/>
        <a:lstStyle/>
        <a:p>
          <a:endParaRPr lang="en-US"/>
        </a:p>
      </dgm:t>
    </dgm:pt>
    <dgm:pt modelId="{91066A10-32F9-4714-9451-3AABC2F71708}" type="sibTrans" cxnId="{1A8AAA22-51DD-4E35-AE66-7F3C4FFB10B1}">
      <dgm:prSet/>
      <dgm:spPr/>
      <dgm:t>
        <a:bodyPr/>
        <a:lstStyle/>
        <a:p>
          <a:endParaRPr lang="en-US"/>
        </a:p>
      </dgm:t>
    </dgm:pt>
    <dgm:pt modelId="{CD782F8E-6800-4817-8191-21687C3F7EAD}">
      <dgm:prSet/>
      <dgm:spPr/>
      <dgm:t>
        <a:bodyPr/>
        <a:lstStyle/>
        <a:p>
          <a:r>
            <a:rPr lang="en-US"/>
            <a:t>Easy to Update and Delete the selected Indent</a:t>
          </a:r>
        </a:p>
      </dgm:t>
    </dgm:pt>
    <dgm:pt modelId="{6CB17251-9BFB-45E2-AA77-6360963F1CCC}" type="parTrans" cxnId="{E2494EB8-055D-4F7C-A839-BE54A103421A}">
      <dgm:prSet/>
      <dgm:spPr/>
      <dgm:t>
        <a:bodyPr/>
        <a:lstStyle/>
        <a:p>
          <a:endParaRPr lang="en-US"/>
        </a:p>
      </dgm:t>
    </dgm:pt>
    <dgm:pt modelId="{0DCA40DC-16F0-4C84-BFAD-F7C29EA7AFF2}" type="sibTrans" cxnId="{E2494EB8-055D-4F7C-A839-BE54A103421A}">
      <dgm:prSet/>
      <dgm:spPr/>
      <dgm:t>
        <a:bodyPr/>
        <a:lstStyle/>
        <a:p>
          <a:endParaRPr lang="en-US"/>
        </a:p>
      </dgm:t>
    </dgm:pt>
    <dgm:pt modelId="{744DF265-3E79-49FB-8A29-C4FD55FB7090}">
      <dgm:prSet/>
      <dgm:spPr/>
      <dgm:t>
        <a:bodyPr/>
        <a:lstStyle/>
        <a:p>
          <a:r>
            <a:rPr lang="en-US"/>
            <a:t>Easy Access To Indent Details.</a:t>
          </a:r>
        </a:p>
      </dgm:t>
    </dgm:pt>
    <dgm:pt modelId="{7EF5CC54-9C16-4FDF-8F0D-5A3A0DD95AD1}" type="parTrans" cxnId="{60B84159-607F-4980-B8DE-9A21A95115AE}">
      <dgm:prSet/>
      <dgm:spPr/>
      <dgm:t>
        <a:bodyPr/>
        <a:lstStyle/>
        <a:p>
          <a:endParaRPr lang="en-US"/>
        </a:p>
      </dgm:t>
    </dgm:pt>
    <dgm:pt modelId="{BD550E23-61E3-4F9A-ABE5-524ACF809FD1}" type="sibTrans" cxnId="{60B84159-607F-4980-B8DE-9A21A95115AE}">
      <dgm:prSet/>
      <dgm:spPr/>
      <dgm:t>
        <a:bodyPr/>
        <a:lstStyle/>
        <a:p>
          <a:endParaRPr lang="en-US"/>
        </a:p>
      </dgm:t>
    </dgm:pt>
    <dgm:pt modelId="{EACB4021-7C97-44DF-B12C-E64D3F820F0A}">
      <dgm:prSet/>
      <dgm:spPr/>
      <dgm:t>
        <a:bodyPr/>
        <a:lstStyle/>
        <a:p>
          <a:r>
            <a:rPr lang="en-US" b="1" u="sng"/>
            <a:t>D. Report:</a:t>
          </a:r>
          <a:endParaRPr lang="en-US"/>
        </a:p>
      </dgm:t>
    </dgm:pt>
    <dgm:pt modelId="{9F6EA7C8-481F-4BC0-A8BC-565E83248FC2}" type="parTrans" cxnId="{6D21FD6E-BE24-4CB4-9F49-640C85E626A5}">
      <dgm:prSet/>
      <dgm:spPr/>
      <dgm:t>
        <a:bodyPr/>
        <a:lstStyle/>
        <a:p>
          <a:endParaRPr lang="en-US"/>
        </a:p>
      </dgm:t>
    </dgm:pt>
    <dgm:pt modelId="{3AE2D952-44E7-4779-A468-42DDBF3BA638}" type="sibTrans" cxnId="{6D21FD6E-BE24-4CB4-9F49-640C85E626A5}">
      <dgm:prSet/>
      <dgm:spPr/>
      <dgm:t>
        <a:bodyPr/>
        <a:lstStyle/>
        <a:p>
          <a:endParaRPr lang="en-US"/>
        </a:p>
      </dgm:t>
    </dgm:pt>
    <dgm:pt modelId="{57791080-F480-446A-BFE8-19D4C95C008F}">
      <dgm:prSet/>
      <dgm:spPr/>
      <dgm:t>
        <a:bodyPr/>
        <a:lstStyle/>
        <a:p>
          <a:r>
            <a:rPr lang="en-US"/>
            <a:t>Display Data of  Indent.</a:t>
          </a:r>
        </a:p>
      </dgm:t>
    </dgm:pt>
    <dgm:pt modelId="{085C33E7-C05C-4509-8BAE-3A70CB857BEF}" type="parTrans" cxnId="{290DFC84-6294-4FEE-8B57-FCF380A1C648}">
      <dgm:prSet/>
      <dgm:spPr/>
      <dgm:t>
        <a:bodyPr/>
        <a:lstStyle/>
        <a:p>
          <a:endParaRPr lang="en-US"/>
        </a:p>
      </dgm:t>
    </dgm:pt>
    <dgm:pt modelId="{B782D883-BA75-4C32-9A6D-D6D275B9442E}" type="sibTrans" cxnId="{290DFC84-6294-4FEE-8B57-FCF380A1C648}">
      <dgm:prSet/>
      <dgm:spPr/>
      <dgm:t>
        <a:bodyPr/>
        <a:lstStyle/>
        <a:p>
          <a:endParaRPr lang="en-US"/>
        </a:p>
      </dgm:t>
    </dgm:pt>
    <dgm:pt modelId="{4E20DF91-E682-4DC9-95EC-59F9D53BB974}">
      <dgm:prSet/>
      <dgm:spPr/>
      <dgm:t>
        <a:bodyPr/>
        <a:lstStyle/>
        <a:p>
          <a:r>
            <a:rPr lang="en-US"/>
            <a:t>Display Only Accepted Indent Data.</a:t>
          </a:r>
        </a:p>
      </dgm:t>
    </dgm:pt>
    <dgm:pt modelId="{1783B11C-8272-480E-B1BC-E995E4528C19}" type="parTrans" cxnId="{CE3C1A8B-7793-44E9-B020-31D0D30C8959}">
      <dgm:prSet/>
      <dgm:spPr/>
      <dgm:t>
        <a:bodyPr/>
        <a:lstStyle/>
        <a:p>
          <a:endParaRPr lang="en-US"/>
        </a:p>
      </dgm:t>
    </dgm:pt>
    <dgm:pt modelId="{883A3CA7-8CBE-4646-82F3-8416C68AB4BD}" type="sibTrans" cxnId="{CE3C1A8B-7793-44E9-B020-31D0D30C8959}">
      <dgm:prSet/>
      <dgm:spPr/>
      <dgm:t>
        <a:bodyPr/>
        <a:lstStyle/>
        <a:p>
          <a:endParaRPr lang="en-US"/>
        </a:p>
      </dgm:t>
    </dgm:pt>
    <dgm:pt modelId="{DAB601EF-898E-4537-9EC4-A3D618E1F772}">
      <dgm:prSet/>
      <dgm:spPr/>
      <dgm:t>
        <a:bodyPr/>
        <a:lstStyle/>
        <a:p>
          <a:r>
            <a:rPr lang="en-US"/>
            <a:t>Give the Report of Indent.</a:t>
          </a:r>
        </a:p>
      </dgm:t>
    </dgm:pt>
    <dgm:pt modelId="{9ADD030E-5054-4521-B2F6-A14CBE429751}" type="parTrans" cxnId="{C30D86D9-36D8-471A-B12E-EDC8CD1384A2}">
      <dgm:prSet/>
      <dgm:spPr/>
      <dgm:t>
        <a:bodyPr/>
        <a:lstStyle/>
        <a:p>
          <a:endParaRPr lang="en-US"/>
        </a:p>
      </dgm:t>
    </dgm:pt>
    <dgm:pt modelId="{BAF26A7B-738D-403B-AA43-3C98DE51F132}" type="sibTrans" cxnId="{C30D86D9-36D8-471A-B12E-EDC8CD1384A2}">
      <dgm:prSet/>
      <dgm:spPr/>
      <dgm:t>
        <a:bodyPr/>
        <a:lstStyle/>
        <a:p>
          <a:endParaRPr lang="en-US"/>
        </a:p>
      </dgm:t>
    </dgm:pt>
    <dgm:pt modelId="{653088A5-6B68-4A66-AF08-A42D7244EAF7}">
      <dgm:prSet/>
      <dgm:spPr/>
      <dgm:t>
        <a:bodyPr/>
        <a:lstStyle/>
        <a:p>
          <a:r>
            <a:rPr lang="en-IN" b="1" u="sng"/>
            <a:t>E. </a:t>
          </a:r>
          <a:r>
            <a:rPr lang="en-US" b="1" u="sng"/>
            <a:t>Admin Panel:</a:t>
          </a:r>
          <a:endParaRPr lang="en-US"/>
        </a:p>
      </dgm:t>
    </dgm:pt>
    <dgm:pt modelId="{D40FE097-7D40-487F-9942-EAB320FB3F02}" type="parTrans" cxnId="{5AC6122F-2143-4DFD-8889-BCD1F6D88F26}">
      <dgm:prSet/>
      <dgm:spPr/>
      <dgm:t>
        <a:bodyPr/>
        <a:lstStyle/>
        <a:p>
          <a:endParaRPr lang="en-US"/>
        </a:p>
      </dgm:t>
    </dgm:pt>
    <dgm:pt modelId="{62450506-755D-4F19-B665-8E450C8009ED}" type="sibTrans" cxnId="{5AC6122F-2143-4DFD-8889-BCD1F6D88F26}">
      <dgm:prSet/>
      <dgm:spPr/>
      <dgm:t>
        <a:bodyPr/>
        <a:lstStyle/>
        <a:p>
          <a:endParaRPr lang="en-US"/>
        </a:p>
      </dgm:t>
    </dgm:pt>
    <dgm:pt modelId="{B6674A66-22F2-40ED-9163-7FC6EE90FBCE}">
      <dgm:prSet/>
      <dgm:spPr/>
      <dgm:t>
        <a:bodyPr/>
        <a:lstStyle/>
        <a:p>
          <a:r>
            <a:rPr lang="en-US"/>
            <a:t>Getting Details About User Indent.</a:t>
          </a:r>
        </a:p>
      </dgm:t>
    </dgm:pt>
    <dgm:pt modelId="{411766C9-DCB9-427E-9BB7-0D2EC7BE0801}" type="parTrans" cxnId="{C55AA434-DF09-4EF0-A54F-7B97683258C0}">
      <dgm:prSet/>
      <dgm:spPr/>
      <dgm:t>
        <a:bodyPr/>
        <a:lstStyle/>
        <a:p>
          <a:endParaRPr lang="en-US"/>
        </a:p>
      </dgm:t>
    </dgm:pt>
    <dgm:pt modelId="{A68C3177-6FF3-448F-9897-953731CDC868}" type="sibTrans" cxnId="{C55AA434-DF09-4EF0-A54F-7B97683258C0}">
      <dgm:prSet/>
      <dgm:spPr/>
      <dgm:t>
        <a:bodyPr/>
        <a:lstStyle/>
        <a:p>
          <a:endParaRPr lang="en-US"/>
        </a:p>
      </dgm:t>
    </dgm:pt>
    <dgm:pt modelId="{697732C4-3359-402E-8564-FE539616C88F}">
      <dgm:prSet/>
      <dgm:spPr/>
      <dgm:t>
        <a:bodyPr/>
        <a:lstStyle/>
        <a:p>
          <a:r>
            <a:rPr lang="en-US" dirty="0"/>
            <a:t>Filtering the data as per status.</a:t>
          </a:r>
        </a:p>
      </dgm:t>
    </dgm:pt>
    <dgm:pt modelId="{9D58B492-7FE6-41F5-8AB7-EDBAE6F6FA98}" type="parTrans" cxnId="{3C2EED14-F53A-4D9E-ACC5-75CB1D0D7B4E}">
      <dgm:prSet/>
      <dgm:spPr/>
      <dgm:t>
        <a:bodyPr/>
        <a:lstStyle/>
        <a:p>
          <a:endParaRPr lang="en-US"/>
        </a:p>
      </dgm:t>
    </dgm:pt>
    <dgm:pt modelId="{D7CF6881-D772-42C6-AD80-CE5A6F76827A}" type="sibTrans" cxnId="{3C2EED14-F53A-4D9E-ACC5-75CB1D0D7B4E}">
      <dgm:prSet/>
      <dgm:spPr/>
      <dgm:t>
        <a:bodyPr/>
        <a:lstStyle/>
        <a:p>
          <a:endParaRPr lang="en-US"/>
        </a:p>
      </dgm:t>
    </dgm:pt>
    <dgm:pt modelId="{F592A587-A4C1-43B7-BA7A-0DEFBAC63690}">
      <dgm:prSet/>
      <dgm:spPr/>
      <dgm:t>
        <a:bodyPr/>
        <a:lstStyle/>
        <a:p>
          <a:r>
            <a:rPr lang="en-US" dirty="0"/>
            <a:t>Divide  Status in to three category(Accepted, </a:t>
          </a:r>
          <a:r>
            <a:rPr lang="en-US" dirty="0" err="1"/>
            <a:t>Declain</a:t>
          </a:r>
          <a:r>
            <a:rPr lang="en-US" dirty="0"/>
            <a:t>, Pending).</a:t>
          </a:r>
        </a:p>
      </dgm:t>
    </dgm:pt>
    <dgm:pt modelId="{2292355E-1DA7-49C0-B826-D7BA1E060A40}" type="parTrans" cxnId="{A04866C4-459B-4B7B-983B-2D1C1895FDBC}">
      <dgm:prSet/>
      <dgm:spPr/>
      <dgm:t>
        <a:bodyPr/>
        <a:lstStyle/>
        <a:p>
          <a:endParaRPr lang="en-IN"/>
        </a:p>
      </dgm:t>
    </dgm:pt>
    <dgm:pt modelId="{BEAB0F14-5012-4643-BEDC-13E4439A81E1}" type="sibTrans" cxnId="{A04866C4-459B-4B7B-983B-2D1C1895FDBC}">
      <dgm:prSet/>
      <dgm:spPr/>
      <dgm:t>
        <a:bodyPr/>
        <a:lstStyle/>
        <a:p>
          <a:endParaRPr lang="en-IN"/>
        </a:p>
      </dgm:t>
    </dgm:pt>
    <dgm:pt modelId="{C31616DC-0631-48A0-BBD3-34222EDB90AF}" type="pres">
      <dgm:prSet presAssocID="{FC62C84E-7BB7-4F23-96CB-9096E308FF8F}" presName="Name0" presStyleCnt="0">
        <dgm:presLayoutVars>
          <dgm:dir/>
          <dgm:animLvl val="lvl"/>
          <dgm:resizeHandles val="exact"/>
        </dgm:presLayoutVars>
      </dgm:prSet>
      <dgm:spPr/>
    </dgm:pt>
    <dgm:pt modelId="{58A62CB4-9457-44ED-84B2-7AE7CE476243}" type="pres">
      <dgm:prSet presAssocID="{B2E219AF-ADFB-4F96-808A-03C1F00E5D8E}" presName="composite" presStyleCnt="0"/>
      <dgm:spPr/>
    </dgm:pt>
    <dgm:pt modelId="{C55E6038-7C4E-4A30-880B-844E0E6076D5}" type="pres">
      <dgm:prSet presAssocID="{B2E219AF-ADFB-4F96-808A-03C1F00E5D8E}" presName="parTx" presStyleLbl="alignNode1" presStyleIdx="0" presStyleCnt="3">
        <dgm:presLayoutVars>
          <dgm:chMax val="0"/>
          <dgm:chPref val="0"/>
          <dgm:bulletEnabled val="1"/>
        </dgm:presLayoutVars>
      </dgm:prSet>
      <dgm:spPr/>
    </dgm:pt>
    <dgm:pt modelId="{176AF5F2-AD41-47D5-AAC6-5A3C3A7C2711}" type="pres">
      <dgm:prSet presAssocID="{B2E219AF-ADFB-4F96-808A-03C1F00E5D8E}" presName="desTx" presStyleLbl="alignAccFollowNode1" presStyleIdx="0" presStyleCnt="3">
        <dgm:presLayoutVars>
          <dgm:bulletEnabled val="1"/>
        </dgm:presLayoutVars>
      </dgm:prSet>
      <dgm:spPr/>
    </dgm:pt>
    <dgm:pt modelId="{9ADA807E-969F-4A5D-8D09-2300C4A36D73}" type="pres">
      <dgm:prSet presAssocID="{3048A2E1-AA1D-453C-B93E-16B0CAD75E87}" presName="space" presStyleCnt="0"/>
      <dgm:spPr/>
    </dgm:pt>
    <dgm:pt modelId="{4CB95CF5-C4B7-476D-A583-1E8CA6E3DD78}" type="pres">
      <dgm:prSet presAssocID="{EACB4021-7C97-44DF-B12C-E64D3F820F0A}" presName="composite" presStyleCnt="0"/>
      <dgm:spPr/>
    </dgm:pt>
    <dgm:pt modelId="{797D76C0-FA88-4E6B-AF96-746A2F0A3441}" type="pres">
      <dgm:prSet presAssocID="{EACB4021-7C97-44DF-B12C-E64D3F820F0A}" presName="parTx" presStyleLbl="alignNode1" presStyleIdx="1" presStyleCnt="3">
        <dgm:presLayoutVars>
          <dgm:chMax val="0"/>
          <dgm:chPref val="0"/>
          <dgm:bulletEnabled val="1"/>
        </dgm:presLayoutVars>
      </dgm:prSet>
      <dgm:spPr/>
    </dgm:pt>
    <dgm:pt modelId="{2A6B1A8A-B439-4116-B53E-CCB1DD7A4324}" type="pres">
      <dgm:prSet presAssocID="{EACB4021-7C97-44DF-B12C-E64D3F820F0A}" presName="desTx" presStyleLbl="alignAccFollowNode1" presStyleIdx="1" presStyleCnt="3">
        <dgm:presLayoutVars>
          <dgm:bulletEnabled val="1"/>
        </dgm:presLayoutVars>
      </dgm:prSet>
      <dgm:spPr/>
    </dgm:pt>
    <dgm:pt modelId="{DF6F6BEC-7B48-4FD9-B146-B592B771D9D1}" type="pres">
      <dgm:prSet presAssocID="{3AE2D952-44E7-4779-A468-42DDBF3BA638}" presName="space" presStyleCnt="0"/>
      <dgm:spPr/>
    </dgm:pt>
    <dgm:pt modelId="{10CE5405-5671-41E3-B8F6-F64EE81B9F4E}" type="pres">
      <dgm:prSet presAssocID="{653088A5-6B68-4A66-AF08-A42D7244EAF7}" presName="composite" presStyleCnt="0"/>
      <dgm:spPr/>
    </dgm:pt>
    <dgm:pt modelId="{B507302E-2412-4782-A7A2-E22AE6B71598}" type="pres">
      <dgm:prSet presAssocID="{653088A5-6B68-4A66-AF08-A42D7244EAF7}" presName="parTx" presStyleLbl="alignNode1" presStyleIdx="2" presStyleCnt="3">
        <dgm:presLayoutVars>
          <dgm:chMax val="0"/>
          <dgm:chPref val="0"/>
          <dgm:bulletEnabled val="1"/>
        </dgm:presLayoutVars>
      </dgm:prSet>
      <dgm:spPr/>
    </dgm:pt>
    <dgm:pt modelId="{CF9BF2A6-BD5C-4CCD-8269-5F99DD6BE866}" type="pres">
      <dgm:prSet presAssocID="{653088A5-6B68-4A66-AF08-A42D7244EAF7}" presName="desTx" presStyleLbl="alignAccFollowNode1" presStyleIdx="2" presStyleCnt="3">
        <dgm:presLayoutVars>
          <dgm:bulletEnabled val="1"/>
        </dgm:presLayoutVars>
      </dgm:prSet>
      <dgm:spPr/>
    </dgm:pt>
  </dgm:ptLst>
  <dgm:cxnLst>
    <dgm:cxn modelId="{3C2EED14-F53A-4D9E-ACC5-75CB1D0D7B4E}" srcId="{653088A5-6B68-4A66-AF08-A42D7244EAF7}" destId="{697732C4-3359-402E-8564-FE539616C88F}" srcOrd="1" destOrd="0" parTransId="{9D58B492-7FE6-41F5-8AB7-EDBAE6F6FA98}" sibTransId="{D7CF6881-D772-42C6-AD80-CE5A6F76827A}"/>
    <dgm:cxn modelId="{1A8AAA22-51DD-4E35-AE66-7F3C4FFB10B1}" srcId="{B2E219AF-ADFB-4F96-808A-03C1F00E5D8E}" destId="{5A04B550-4CC9-4041-B061-DA632697B7E0}" srcOrd="1" destOrd="0" parTransId="{4C2ED615-587A-4C22-A4BF-7D52C7DD08E3}" sibTransId="{91066A10-32F9-4714-9451-3AABC2F71708}"/>
    <dgm:cxn modelId="{5AC6122F-2143-4DFD-8889-BCD1F6D88F26}" srcId="{FC62C84E-7BB7-4F23-96CB-9096E308FF8F}" destId="{653088A5-6B68-4A66-AF08-A42D7244EAF7}" srcOrd="2" destOrd="0" parTransId="{D40FE097-7D40-487F-9942-EAB320FB3F02}" sibTransId="{62450506-755D-4F19-B665-8E450C8009ED}"/>
    <dgm:cxn modelId="{B3D01331-5C3D-419D-B0FC-97C88FA645C8}" type="presOf" srcId="{744DF265-3E79-49FB-8A29-C4FD55FB7090}" destId="{176AF5F2-AD41-47D5-AAC6-5A3C3A7C2711}" srcOrd="0" destOrd="3" presId="urn:microsoft.com/office/officeart/2005/8/layout/hList1"/>
    <dgm:cxn modelId="{C55AA434-DF09-4EF0-A54F-7B97683258C0}" srcId="{653088A5-6B68-4A66-AF08-A42D7244EAF7}" destId="{B6674A66-22F2-40ED-9163-7FC6EE90FBCE}" srcOrd="0" destOrd="0" parTransId="{411766C9-DCB9-427E-9BB7-0D2EC7BE0801}" sibTransId="{A68C3177-6FF3-448F-9897-953731CDC868}"/>
    <dgm:cxn modelId="{9E0FCA43-6E81-4E8A-B404-F31F9121B22E}" type="presOf" srcId="{FC62C84E-7BB7-4F23-96CB-9096E308FF8F}" destId="{C31616DC-0631-48A0-BBD3-34222EDB90AF}" srcOrd="0" destOrd="0" presId="urn:microsoft.com/office/officeart/2005/8/layout/hList1"/>
    <dgm:cxn modelId="{E4C0764B-A155-41D8-8F33-522374619D97}" type="presOf" srcId="{57791080-F480-446A-BFE8-19D4C95C008F}" destId="{2A6B1A8A-B439-4116-B53E-CCB1DD7A4324}" srcOrd="0" destOrd="0" presId="urn:microsoft.com/office/officeart/2005/8/layout/hList1"/>
    <dgm:cxn modelId="{6D21FD6E-BE24-4CB4-9F49-640C85E626A5}" srcId="{FC62C84E-7BB7-4F23-96CB-9096E308FF8F}" destId="{EACB4021-7C97-44DF-B12C-E64D3F820F0A}" srcOrd="1" destOrd="0" parTransId="{9F6EA7C8-481F-4BC0-A8BC-565E83248FC2}" sibTransId="{3AE2D952-44E7-4779-A468-42DDBF3BA638}"/>
    <dgm:cxn modelId="{B0422954-2E68-43BC-91C7-3B75584129BA}" srcId="{B2E219AF-ADFB-4F96-808A-03C1F00E5D8E}" destId="{526599B0-F956-4379-92F4-A2E65C268778}" srcOrd="0" destOrd="0" parTransId="{139D372A-1C8C-4EF4-9D1F-A5AAB1AA8D65}" sibTransId="{3166193D-600D-47E4-AAB8-B5C14DF6A6AA}"/>
    <dgm:cxn modelId="{CD2E8675-2E53-4E8E-9019-09B7D30528BD}" type="presOf" srcId="{EACB4021-7C97-44DF-B12C-E64D3F820F0A}" destId="{797D76C0-FA88-4E6B-AF96-746A2F0A3441}" srcOrd="0" destOrd="0" presId="urn:microsoft.com/office/officeart/2005/8/layout/hList1"/>
    <dgm:cxn modelId="{8E516578-4697-4388-A4AF-B2C815DA7F95}" srcId="{FC62C84E-7BB7-4F23-96CB-9096E308FF8F}" destId="{B2E219AF-ADFB-4F96-808A-03C1F00E5D8E}" srcOrd="0" destOrd="0" parTransId="{F75F855C-BA77-430A-B578-15D1256FCB21}" sibTransId="{3048A2E1-AA1D-453C-B93E-16B0CAD75E87}"/>
    <dgm:cxn modelId="{60B84159-607F-4980-B8DE-9A21A95115AE}" srcId="{B2E219AF-ADFB-4F96-808A-03C1F00E5D8E}" destId="{744DF265-3E79-49FB-8A29-C4FD55FB7090}" srcOrd="3" destOrd="0" parTransId="{7EF5CC54-9C16-4FDF-8F0D-5A3A0DD95AD1}" sibTransId="{BD550E23-61E3-4F9A-ABE5-524ACF809FD1}"/>
    <dgm:cxn modelId="{290DFC84-6294-4FEE-8B57-FCF380A1C648}" srcId="{EACB4021-7C97-44DF-B12C-E64D3F820F0A}" destId="{57791080-F480-446A-BFE8-19D4C95C008F}" srcOrd="0" destOrd="0" parTransId="{085C33E7-C05C-4509-8BAE-3A70CB857BEF}" sibTransId="{B782D883-BA75-4C32-9A6D-D6D275B9442E}"/>
    <dgm:cxn modelId="{CE3C1A8B-7793-44E9-B020-31D0D30C8959}" srcId="{EACB4021-7C97-44DF-B12C-E64D3F820F0A}" destId="{4E20DF91-E682-4DC9-95EC-59F9D53BB974}" srcOrd="1" destOrd="0" parTransId="{1783B11C-8272-480E-B1BC-E995E4528C19}" sibTransId="{883A3CA7-8CBE-4646-82F3-8416C68AB4BD}"/>
    <dgm:cxn modelId="{C23EA399-8F5B-4130-9533-EFC5EB3F4F2F}" type="presOf" srcId="{F592A587-A4C1-43B7-BA7A-0DEFBAC63690}" destId="{CF9BF2A6-BD5C-4CCD-8269-5F99DD6BE866}" srcOrd="0" destOrd="2" presId="urn:microsoft.com/office/officeart/2005/8/layout/hList1"/>
    <dgm:cxn modelId="{85B78FA4-B665-4DE3-93E3-E5C9982430FB}" type="presOf" srcId="{B6674A66-22F2-40ED-9163-7FC6EE90FBCE}" destId="{CF9BF2A6-BD5C-4CCD-8269-5F99DD6BE866}" srcOrd="0" destOrd="0" presId="urn:microsoft.com/office/officeart/2005/8/layout/hList1"/>
    <dgm:cxn modelId="{E2494EB8-055D-4F7C-A839-BE54A103421A}" srcId="{B2E219AF-ADFB-4F96-808A-03C1F00E5D8E}" destId="{CD782F8E-6800-4817-8191-21687C3F7EAD}" srcOrd="2" destOrd="0" parTransId="{6CB17251-9BFB-45E2-AA77-6360963F1CCC}" sibTransId="{0DCA40DC-16F0-4C84-BFAD-F7C29EA7AFF2}"/>
    <dgm:cxn modelId="{5BB25AC2-6989-4EDA-A59C-CD1F1C68080E}" type="presOf" srcId="{653088A5-6B68-4A66-AF08-A42D7244EAF7}" destId="{B507302E-2412-4782-A7A2-E22AE6B71598}" srcOrd="0" destOrd="0" presId="urn:microsoft.com/office/officeart/2005/8/layout/hList1"/>
    <dgm:cxn modelId="{A04866C4-459B-4B7B-983B-2D1C1895FDBC}" srcId="{653088A5-6B68-4A66-AF08-A42D7244EAF7}" destId="{F592A587-A4C1-43B7-BA7A-0DEFBAC63690}" srcOrd="2" destOrd="0" parTransId="{2292355E-1DA7-49C0-B826-D7BA1E060A40}" sibTransId="{BEAB0F14-5012-4643-BEDC-13E4439A81E1}"/>
    <dgm:cxn modelId="{9687A1C7-3262-4C10-8EE4-35BE0BF625D3}" type="presOf" srcId="{CD782F8E-6800-4817-8191-21687C3F7EAD}" destId="{176AF5F2-AD41-47D5-AAC6-5A3C3A7C2711}" srcOrd="0" destOrd="2" presId="urn:microsoft.com/office/officeart/2005/8/layout/hList1"/>
    <dgm:cxn modelId="{C30D86D9-36D8-471A-B12E-EDC8CD1384A2}" srcId="{EACB4021-7C97-44DF-B12C-E64D3F820F0A}" destId="{DAB601EF-898E-4537-9EC4-A3D618E1F772}" srcOrd="2" destOrd="0" parTransId="{9ADD030E-5054-4521-B2F6-A14CBE429751}" sibTransId="{BAF26A7B-738D-403B-AA43-3C98DE51F132}"/>
    <dgm:cxn modelId="{A2021BDB-C5C4-4711-BFE4-CB01E390870B}" type="presOf" srcId="{DAB601EF-898E-4537-9EC4-A3D618E1F772}" destId="{2A6B1A8A-B439-4116-B53E-CCB1DD7A4324}" srcOrd="0" destOrd="2" presId="urn:microsoft.com/office/officeart/2005/8/layout/hList1"/>
    <dgm:cxn modelId="{2ECF19DC-A58E-4990-A7FF-22348FF03D98}" type="presOf" srcId="{5A04B550-4CC9-4041-B061-DA632697B7E0}" destId="{176AF5F2-AD41-47D5-AAC6-5A3C3A7C2711}" srcOrd="0" destOrd="1" presId="urn:microsoft.com/office/officeart/2005/8/layout/hList1"/>
    <dgm:cxn modelId="{095C88EC-12ED-4CC7-86B8-B9C1ACD86482}" type="presOf" srcId="{697732C4-3359-402E-8564-FE539616C88F}" destId="{CF9BF2A6-BD5C-4CCD-8269-5F99DD6BE866}" srcOrd="0" destOrd="1" presId="urn:microsoft.com/office/officeart/2005/8/layout/hList1"/>
    <dgm:cxn modelId="{E7268DF4-5843-4182-ACDC-3985FC781CA0}" type="presOf" srcId="{4E20DF91-E682-4DC9-95EC-59F9D53BB974}" destId="{2A6B1A8A-B439-4116-B53E-CCB1DD7A4324}" srcOrd="0" destOrd="1" presId="urn:microsoft.com/office/officeart/2005/8/layout/hList1"/>
    <dgm:cxn modelId="{5E64B1F6-9D22-4A3B-96DF-5C1A80C8E9AF}" type="presOf" srcId="{B2E219AF-ADFB-4F96-808A-03C1F00E5D8E}" destId="{C55E6038-7C4E-4A30-880B-844E0E6076D5}" srcOrd="0" destOrd="0" presId="urn:microsoft.com/office/officeart/2005/8/layout/hList1"/>
    <dgm:cxn modelId="{947D6AFB-46DD-4E71-8CC6-BAA2700F0A23}" type="presOf" srcId="{526599B0-F956-4379-92F4-A2E65C268778}" destId="{176AF5F2-AD41-47D5-AAC6-5A3C3A7C2711}" srcOrd="0" destOrd="0" presId="urn:microsoft.com/office/officeart/2005/8/layout/hList1"/>
    <dgm:cxn modelId="{943DD1C3-6495-41C1-8725-F68A7A4D3E3F}" type="presParOf" srcId="{C31616DC-0631-48A0-BBD3-34222EDB90AF}" destId="{58A62CB4-9457-44ED-84B2-7AE7CE476243}" srcOrd="0" destOrd="0" presId="urn:microsoft.com/office/officeart/2005/8/layout/hList1"/>
    <dgm:cxn modelId="{5ED8F248-47A0-444C-B8CF-D3BC25394796}" type="presParOf" srcId="{58A62CB4-9457-44ED-84B2-7AE7CE476243}" destId="{C55E6038-7C4E-4A30-880B-844E0E6076D5}" srcOrd="0" destOrd="0" presId="urn:microsoft.com/office/officeart/2005/8/layout/hList1"/>
    <dgm:cxn modelId="{8CDB04D2-4D1A-4E99-B926-CDD42DD4FED0}" type="presParOf" srcId="{58A62CB4-9457-44ED-84B2-7AE7CE476243}" destId="{176AF5F2-AD41-47D5-AAC6-5A3C3A7C2711}" srcOrd="1" destOrd="0" presId="urn:microsoft.com/office/officeart/2005/8/layout/hList1"/>
    <dgm:cxn modelId="{E5EB6B78-65C6-4B18-A861-4C9EE2EAEA6F}" type="presParOf" srcId="{C31616DC-0631-48A0-BBD3-34222EDB90AF}" destId="{9ADA807E-969F-4A5D-8D09-2300C4A36D73}" srcOrd="1" destOrd="0" presId="urn:microsoft.com/office/officeart/2005/8/layout/hList1"/>
    <dgm:cxn modelId="{4D9B9038-C767-4164-9D64-924F9E4C292D}" type="presParOf" srcId="{C31616DC-0631-48A0-BBD3-34222EDB90AF}" destId="{4CB95CF5-C4B7-476D-A583-1E8CA6E3DD78}" srcOrd="2" destOrd="0" presId="urn:microsoft.com/office/officeart/2005/8/layout/hList1"/>
    <dgm:cxn modelId="{23AB003E-E393-46E2-8B59-F860DD34864E}" type="presParOf" srcId="{4CB95CF5-C4B7-476D-A583-1E8CA6E3DD78}" destId="{797D76C0-FA88-4E6B-AF96-746A2F0A3441}" srcOrd="0" destOrd="0" presId="urn:microsoft.com/office/officeart/2005/8/layout/hList1"/>
    <dgm:cxn modelId="{A1AE6D4E-585E-4F2E-B162-BC655FE00BA4}" type="presParOf" srcId="{4CB95CF5-C4B7-476D-A583-1E8CA6E3DD78}" destId="{2A6B1A8A-B439-4116-B53E-CCB1DD7A4324}" srcOrd="1" destOrd="0" presId="urn:microsoft.com/office/officeart/2005/8/layout/hList1"/>
    <dgm:cxn modelId="{5C2ACC2A-1E76-4E81-B1D2-815214C81C47}" type="presParOf" srcId="{C31616DC-0631-48A0-BBD3-34222EDB90AF}" destId="{DF6F6BEC-7B48-4FD9-B146-B592B771D9D1}" srcOrd="3" destOrd="0" presId="urn:microsoft.com/office/officeart/2005/8/layout/hList1"/>
    <dgm:cxn modelId="{45076F4B-56AA-41A2-9BA8-92F50F63EDFA}" type="presParOf" srcId="{C31616DC-0631-48A0-BBD3-34222EDB90AF}" destId="{10CE5405-5671-41E3-B8F6-F64EE81B9F4E}" srcOrd="4" destOrd="0" presId="urn:microsoft.com/office/officeart/2005/8/layout/hList1"/>
    <dgm:cxn modelId="{50513F95-72C4-4AFC-A275-6D8355C954B3}" type="presParOf" srcId="{10CE5405-5671-41E3-B8F6-F64EE81B9F4E}" destId="{B507302E-2412-4782-A7A2-E22AE6B71598}" srcOrd="0" destOrd="0" presId="urn:microsoft.com/office/officeart/2005/8/layout/hList1"/>
    <dgm:cxn modelId="{D3921E0E-D42A-461A-85AA-F7D77FC3C8DE}" type="presParOf" srcId="{10CE5405-5671-41E3-B8F6-F64EE81B9F4E}" destId="{CF9BF2A6-BD5C-4CCD-8269-5F99DD6BE866}"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DB3CA5-3163-41A0-A889-86B7C53CB4C9}">
      <dsp:nvSpPr>
        <dsp:cNvPr id="0" name=""/>
        <dsp:cNvSpPr/>
      </dsp:nvSpPr>
      <dsp:spPr>
        <a:xfrm>
          <a:off x="1963800" y="219479"/>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CE0A68-C75F-4EA9-92CE-4AD0986125CB}">
      <dsp:nvSpPr>
        <dsp:cNvPr id="0" name=""/>
        <dsp:cNvSpPr/>
      </dsp:nvSpPr>
      <dsp:spPr>
        <a:xfrm>
          <a:off x="559800" y="189971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en-US" sz="3600" b="1" u="sng" kern="1200"/>
            <a:t>Home Module:</a:t>
          </a:r>
          <a:endParaRPr lang="en-US" sz="3600" kern="1200"/>
        </a:p>
      </dsp:txBody>
      <dsp:txXfrm>
        <a:off x="559800" y="1899711"/>
        <a:ext cx="4320000" cy="648000"/>
      </dsp:txXfrm>
    </dsp:sp>
    <dsp:sp modelId="{29FB9541-23BC-4773-A2A7-A4D4838FFF88}">
      <dsp:nvSpPr>
        <dsp:cNvPr id="0" name=""/>
        <dsp:cNvSpPr/>
      </dsp:nvSpPr>
      <dsp:spPr>
        <a:xfrm>
          <a:off x="559800" y="2625959"/>
          <a:ext cx="4320000" cy="1505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Best Designed Home page.</a:t>
          </a:r>
        </a:p>
        <a:p>
          <a:pPr marL="0" lvl="0" indent="0" algn="ctr" defTabSz="755650">
            <a:lnSpc>
              <a:spcPct val="90000"/>
            </a:lnSpc>
            <a:spcBef>
              <a:spcPct val="0"/>
            </a:spcBef>
            <a:spcAft>
              <a:spcPct val="35000"/>
            </a:spcAft>
            <a:buNone/>
          </a:pPr>
          <a:r>
            <a:rPr lang="en-US" sz="1700" kern="1200"/>
            <a:t>Giving Info About Indent System.</a:t>
          </a:r>
        </a:p>
        <a:p>
          <a:pPr marL="0" lvl="0" indent="0" algn="ctr" defTabSz="755650">
            <a:lnSpc>
              <a:spcPct val="90000"/>
            </a:lnSpc>
            <a:spcBef>
              <a:spcPct val="0"/>
            </a:spcBef>
            <a:spcAft>
              <a:spcPct val="35000"/>
            </a:spcAft>
            <a:buNone/>
          </a:pPr>
          <a:r>
            <a:rPr lang="en-US" sz="1700" kern="1200"/>
            <a:t>Easy Access to Indent.</a:t>
          </a:r>
        </a:p>
        <a:p>
          <a:pPr marL="0" lvl="0" indent="0" algn="ctr" defTabSz="755650">
            <a:lnSpc>
              <a:spcPct val="90000"/>
            </a:lnSpc>
            <a:spcBef>
              <a:spcPct val="0"/>
            </a:spcBef>
            <a:spcAft>
              <a:spcPct val="35000"/>
            </a:spcAft>
            <a:buNone/>
          </a:pPr>
          <a:r>
            <a:rPr lang="en-US" sz="1700" kern="1200"/>
            <a:t>Details About System Modules (Create Indent, Indent Status, Indent Report).</a:t>
          </a:r>
        </a:p>
      </dsp:txBody>
      <dsp:txXfrm>
        <a:off x="559800" y="2625959"/>
        <a:ext cx="4320000" cy="1505899"/>
      </dsp:txXfrm>
    </dsp:sp>
    <dsp:sp modelId="{C1043B9D-DB86-418E-BCFE-CDB5AE9A77C1}">
      <dsp:nvSpPr>
        <dsp:cNvPr id="0" name=""/>
        <dsp:cNvSpPr/>
      </dsp:nvSpPr>
      <dsp:spPr>
        <a:xfrm>
          <a:off x="7039800" y="219479"/>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C69DBA-958E-4F03-AB58-35C3E6D13C70}">
      <dsp:nvSpPr>
        <dsp:cNvPr id="0" name=""/>
        <dsp:cNvSpPr/>
      </dsp:nvSpPr>
      <dsp:spPr>
        <a:xfrm>
          <a:off x="5635800" y="189971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en-US" sz="3600" b="1" u="sng" kern="1200"/>
            <a:t>Create Indent:</a:t>
          </a:r>
          <a:endParaRPr lang="en-US" sz="3600" kern="1200"/>
        </a:p>
      </dsp:txBody>
      <dsp:txXfrm>
        <a:off x="5635800" y="1899711"/>
        <a:ext cx="4320000" cy="648000"/>
      </dsp:txXfrm>
    </dsp:sp>
    <dsp:sp modelId="{F7421FB3-D4C7-403A-A7B1-2CAAB83898A5}">
      <dsp:nvSpPr>
        <dsp:cNvPr id="0" name=""/>
        <dsp:cNvSpPr/>
      </dsp:nvSpPr>
      <dsp:spPr>
        <a:xfrm>
          <a:off x="5635800" y="2625959"/>
          <a:ext cx="4320000" cy="1505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Giving Indent Form</a:t>
          </a:r>
        </a:p>
        <a:p>
          <a:pPr marL="0" lvl="0" indent="0" algn="ctr" defTabSz="755650">
            <a:lnSpc>
              <a:spcPct val="90000"/>
            </a:lnSpc>
            <a:spcBef>
              <a:spcPct val="0"/>
            </a:spcBef>
            <a:spcAft>
              <a:spcPct val="35000"/>
            </a:spcAft>
            <a:buNone/>
          </a:pPr>
          <a:r>
            <a:rPr lang="en-US" sz="1700" kern="1200"/>
            <a:t>Using This form Request the Manager for The Indent.</a:t>
          </a:r>
        </a:p>
        <a:p>
          <a:pPr marL="0" lvl="0" indent="0" algn="ctr" defTabSz="755650">
            <a:lnSpc>
              <a:spcPct val="90000"/>
            </a:lnSpc>
            <a:spcBef>
              <a:spcPct val="0"/>
            </a:spcBef>
            <a:spcAft>
              <a:spcPct val="35000"/>
            </a:spcAft>
            <a:buNone/>
          </a:pPr>
          <a:r>
            <a:rPr lang="en-US" sz="1700" kern="1200"/>
            <a:t>Simple And Easy Fill up the form.</a:t>
          </a:r>
        </a:p>
        <a:p>
          <a:pPr marL="0" lvl="0" indent="0" algn="ctr" defTabSz="755650">
            <a:lnSpc>
              <a:spcPct val="90000"/>
            </a:lnSpc>
            <a:spcBef>
              <a:spcPct val="0"/>
            </a:spcBef>
            <a:spcAft>
              <a:spcPct val="35000"/>
            </a:spcAft>
            <a:buNone/>
          </a:pPr>
          <a:r>
            <a:rPr lang="en-US" sz="1700" kern="1200"/>
            <a:t>Redirecting to Indent Status Page.</a:t>
          </a:r>
        </a:p>
      </dsp:txBody>
      <dsp:txXfrm>
        <a:off x="5635800" y="2625959"/>
        <a:ext cx="4320000" cy="15058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5E6038-7C4E-4A30-880B-844E0E6076D5}">
      <dsp:nvSpPr>
        <dsp:cNvPr id="0" name=""/>
        <dsp:cNvSpPr/>
      </dsp:nvSpPr>
      <dsp:spPr>
        <a:xfrm>
          <a:off x="3286" y="51309"/>
          <a:ext cx="3203971" cy="69120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u="sng" kern="1200"/>
            <a:t>C. Indent Status:</a:t>
          </a:r>
          <a:endParaRPr lang="en-US" sz="2400" kern="1200"/>
        </a:p>
      </dsp:txBody>
      <dsp:txXfrm>
        <a:off x="3286" y="51309"/>
        <a:ext cx="3203971" cy="691200"/>
      </dsp:txXfrm>
    </dsp:sp>
    <dsp:sp modelId="{176AF5F2-AD41-47D5-AAC6-5A3C3A7C2711}">
      <dsp:nvSpPr>
        <dsp:cNvPr id="0" name=""/>
        <dsp:cNvSpPr/>
      </dsp:nvSpPr>
      <dsp:spPr>
        <a:xfrm>
          <a:off x="3286" y="742509"/>
          <a:ext cx="3203971" cy="355752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a:t>Status of the User Indent.</a:t>
          </a:r>
        </a:p>
        <a:p>
          <a:pPr marL="228600" lvl="1" indent="-228600" algn="l" defTabSz="1066800">
            <a:lnSpc>
              <a:spcPct val="90000"/>
            </a:lnSpc>
            <a:spcBef>
              <a:spcPct val="0"/>
            </a:spcBef>
            <a:spcAft>
              <a:spcPct val="15000"/>
            </a:spcAft>
            <a:buChar char="•"/>
          </a:pPr>
          <a:r>
            <a:rPr lang="en-US" sz="2400" kern="1200"/>
            <a:t>Details of Indent or their Status.</a:t>
          </a:r>
        </a:p>
        <a:p>
          <a:pPr marL="228600" lvl="1" indent="-228600" algn="l" defTabSz="1066800">
            <a:lnSpc>
              <a:spcPct val="90000"/>
            </a:lnSpc>
            <a:spcBef>
              <a:spcPct val="0"/>
            </a:spcBef>
            <a:spcAft>
              <a:spcPct val="15000"/>
            </a:spcAft>
            <a:buChar char="•"/>
          </a:pPr>
          <a:r>
            <a:rPr lang="en-US" sz="2400" kern="1200"/>
            <a:t>Easy to Update and Delete the selected Indent</a:t>
          </a:r>
        </a:p>
        <a:p>
          <a:pPr marL="228600" lvl="1" indent="-228600" algn="l" defTabSz="1066800">
            <a:lnSpc>
              <a:spcPct val="90000"/>
            </a:lnSpc>
            <a:spcBef>
              <a:spcPct val="0"/>
            </a:spcBef>
            <a:spcAft>
              <a:spcPct val="15000"/>
            </a:spcAft>
            <a:buChar char="•"/>
          </a:pPr>
          <a:r>
            <a:rPr lang="en-US" sz="2400" kern="1200"/>
            <a:t>Easy Access To Indent Details.</a:t>
          </a:r>
        </a:p>
      </dsp:txBody>
      <dsp:txXfrm>
        <a:off x="3286" y="742509"/>
        <a:ext cx="3203971" cy="3557520"/>
      </dsp:txXfrm>
    </dsp:sp>
    <dsp:sp modelId="{797D76C0-FA88-4E6B-AF96-746A2F0A3441}">
      <dsp:nvSpPr>
        <dsp:cNvPr id="0" name=""/>
        <dsp:cNvSpPr/>
      </dsp:nvSpPr>
      <dsp:spPr>
        <a:xfrm>
          <a:off x="3655814" y="51309"/>
          <a:ext cx="3203971" cy="691200"/>
        </a:xfrm>
        <a:prstGeom prst="rect">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u="sng" kern="1200"/>
            <a:t>D. Report:</a:t>
          </a:r>
          <a:endParaRPr lang="en-US" sz="2400" kern="1200"/>
        </a:p>
      </dsp:txBody>
      <dsp:txXfrm>
        <a:off x="3655814" y="51309"/>
        <a:ext cx="3203971" cy="691200"/>
      </dsp:txXfrm>
    </dsp:sp>
    <dsp:sp modelId="{2A6B1A8A-B439-4116-B53E-CCB1DD7A4324}">
      <dsp:nvSpPr>
        <dsp:cNvPr id="0" name=""/>
        <dsp:cNvSpPr/>
      </dsp:nvSpPr>
      <dsp:spPr>
        <a:xfrm>
          <a:off x="3655814" y="742509"/>
          <a:ext cx="3203971" cy="3557520"/>
        </a:xfrm>
        <a:prstGeom prst="rect">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a:t>Display Data of  Indent.</a:t>
          </a:r>
        </a:p>
        <a:p>
          <a:pPr marL="228600" lvl="1" indent="-228600" algn="l" defTabSz="1066800">
            <a:lnSpc>
              <a:spcPct val="90000"/>
            </a:lnSpc>
            <a:spcBef>
              <a:spcPct val="0"/>
            </a:spcBef>
            <a:spcAft>
              <a:spcPct val="15000"/>
            </a:spcAft>
            <a:buChar char="•"/>
          </a:pPr>
          <a:r>
            <a:rPr lang="en-US" sz="2400" kern="1200"/>
            <a:t>Display Only Accepted Indent Data.</a:t>
          </a:r>
        </a:p>
        <a:p>
          <a:pPr marL="228600" lvl="1" indent="-228600" algn="l" defTabSz="1066800">
            <a:lnSpc>
              <a:spcPct val="90000"/>
            </a:lnSpc>
            <a:spcBef>
              <a:spcPct val="0"/>
            </a:spcBef>
            <a:spcAft>
              <a:spcPct val="15000"/>
            </a:spcAft>
            <a:buChar char="•"/>
          </a:pPr>
          <a:r>
            <a:rPr lang="en-US" sz="2400" kern="1200"/>
            <a:t>Give the Report of Indent.</a:t>
          </a:r>
        </a:p>
      </dsp:txBody>
      <dsp:txXfrm>
        <a:off x="3655814" y="742509"/>
        <a:ext cx="3203971" cy="3557520"/>
      </dsp:txXfrm>
    </dsp:sp>
    <dsp:sp modelId="{B507302E-2412-4782-A7A2-E22AE6B71598}">
      <dsp:nvSpPr>
        <dsp:cNvPr id="0" name=""/>
        <dsp:cNvSpPr/>
      </dsp:nvSpPr>
      <dsp:spPr>
        <a:xfrm>
          <a:off x="7308342" y="51309"/>
          <a:ext cx="3203971" cy="691200"/>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IN" sz="2400" b="1" u="sng" kern="1200"/>
            <a:t>E. </a:t>
          </a:r>
          <a:r>
            <a:rPr lang="en-US" sz="2400" b="1" u="sng" kern="1200"/>
            <a:t>Admin Panel:</a:t>
          </a:r>
          <a:endParaRPr lang="en-US" sz="2400" kern="1200"/>
        </a:p>
      </dsp:txBody>
      <dsp:txXfrm>
        <a:off x="7308342" y="51309"/>
        <a:ext cx="3203971" cy="691200"/>
      </dsp:txXfrm>
    </dsp:sp>
    <dsp:sp modelId="{CF9BF2A6-BD5C-4CCD-8269-5F99DD6BE866}">
      <dsp:nvSpPr>
        <dsp:cNvPr id="0" name=""/>
        <dsp:cNvSpPr/>
      </dsp:nvSpPr>
      <dsp:spPr>
        <a:xfrm>
          <a:off x="7308342" y="742509"/>
          <a:ext cx="3203971" cy="3557520"/>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a:t>Getting Details About User Indent.</a:t>
          </a:r>
        </a:p>
        <a:p>
          <a:pPr marL="228600" lvl="1" indent="-228600" algn="l" defTabSz="1066800">
            <a:lnSpc>
              <a:spcPct val="90000"/>
            </a:lnSpc>
            <a:spcBef>
              <a:spcPct val="0"/>
            </a:spcBef>
            <a:spcAft>
              <a:spcPct val="15000"/>
            </a:spcAft>
            <a:buChar char="•"/>
          </a:pPr>
          <a:r>
            <a:rPr lang="en-US" sz="2400" kern="1200" dirty="0"/>
            <a:t>Filtering the data as per status.</a:t>
          </a:r>
        </a:p>
        <a:p>
          <a:pPr marL="228600" lvl="1" indent="-228600" algn="l" defTabSz="1066800">
            <a:lnSpc>
              <a:spcPct val="90000"/>
            </a:lnSpc>
            <a:spcBef>
              <a:spcPct val="0"/>
            </a:spcBef>
            <a:spcAft>
              <a:spcPct val="15000"/>
            </a:spcAft>
            <a:buChar char="•"/>
          </a:pPr>
          <a:r>
            <a:rPr lang="en-US" sz="2400" kern="1200" dirty="0"/>
            <a:t>Divide  Status in to three category(Accepted, </a:t>
          </a:r>
          <a:r>
            <a:rPr lang="en-US" sz="2400" kern="1200" dirty="0" err="1"/>
            <a:t>Declain</a:t>
          </a:r>
          <a:r>
            <a:rPr lang="en-US" sz="2400" kern="1200" dirty="0"/>
            <a:t>, Pending).</a:t>
          </a:r>
        </a:p>
      </dsp:txBody>
      <dsp:txXfrm>
        <a:off x="7308342" y="742509"/>
        <a:ext cx="3203971" cy="3557520"/>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B2CF-2A28-FD06-2533-6BCB74CF07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60E0622-D899-75A1-966D-0969AC47C8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CA232E1-3D8C-939D-3124-8D04785D1381}"/>
              </a:ext>
            </a:extLst>
          </p:cNvPr>
          <p:cNvSpPr>
            <a:spLocks noGrp="1"/>
          </p:cNvSpPr>
          <p:nvPr>
            <p:ph type="dt" sz="half" idx="10"/>
          </p:nvPr>
        </p:nvSpPr>
        <p:spPr/>
        <p:txBody>
          <a:bodyPr/>
          <a:lstStyle/>
          <a:p>
            <a:fld id="{FE0B6244-B72C-4F2A-8988-F48E5B07E5C0}" type="datetimeFigureOut">
              <a:rPr lang="en-IN" smtClean="0"/>
              <a:t>29-02-2024</a:t>
            </a:fld>
            <a:endParaRPr lang="en-IN"/>
          </a:p>
        </p:txBody>
      </p:sp>
      <p:sp>
        <p:nvSpPr>
          <p:cNvPr id="5" name="Footer Placeholder 4">
            <a:extLst>
              <a:ext uri="{FF2B5EF4-FFF2-40B4-BE49-F238E27FC236}">
                <a16:creationId xmlns:a16="http://schemas.microsoft.com/office/drawing/2014/main" id="{4EE83021-EEEC-32A6-C511-1F79B8BE7B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160EA1-69EA-0C91-7D58-E36DA9E29A62}"/>
              </a:ext>
            </a:extLst>
          </p:cNvPr>
          <p:cNvSpPr>
            <a:spLocks noGrp="1"/>
          </p:cNvSpPr>
          <p:nvPr>
            <p:ph type="sldNum" sz="quarter" idx="12"/>
          </p:nvPr>
        </p:nvSpPr>
        <p:spPr/>
        <p:txBody>
          <a:bodyPr/>
          <a:lstStyle/>
          <a:p>
            <a:fld id="{22F318F8-813A-4FF6-B48B-C092B5CAED40}" type="slidenum">
              <a:rPr lang="en-IN" smtClean="0"/>
              <a:t>‹#›</a:t>
            </a:fld>
            <a:endParaRPr lang="en-IN"/>
          </a:p>
        </p:txBody>
      </p:sp>
    </p:spTree>
    <p:extLst>
      <p:ext uri="{BB962C8B-B14F-4D97-AF65-F5344CB8AC3E}">
        <p14:creationId xmlns:p14="http://schemas.microsoft.com/office/powerpoint/2010/main" val="3306576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75748-DD4D-14DC-1FD7-CF2F60A7CB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F097BD-3289-53DF-4EE0-18020A0181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B1A75D-EC37-3968-32CB-4E654E7E3409}"/>
              </a:ext>
            </a:extLst>
          </p:cNvPr>
          <p:cNvSpPr>
            <a:spLocks noGrp="1"/>
          </p:cNvSpPr>
          <p:nvPr>
            <p:ph type="dt" sz="half" idx="10"/>
          </p:nvPr>
        </p:nvSpPr>
        <p:spPr/>
        <p:txBody>
          <a:bodyPr/>
          <a:lstStyle/>
          <a:p>
            <a:fld id="{FE0B6244-B72C-4F2A-8988-F48E5B07E5C0}" type="datetimeFigureOut">
              <a:rPr lang="en-IN" smtClean="0"/>
              <a:t>29-02-2024</a:t>
            </a:fld>
            <a:endParaRPr lang="en-IN"/>
          </a:p>
        </p:txBody>
      </p:sp>
      <p:sp>
        <p:nvSpPr>
          <p:cNvPr id="5" name="Footer Placeholder 4">
            <a:extLst>
              <a:ext uri="{FF2B5EF4-FFF2-40B4-BE49-F238E27FC236}">
                <a16:creationId xmlns:a16="http://schemas.microsoft.com/office/drawing/2014/main" id="{E35009A7-5888-0D66-5B41-99A4C87BA2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6BBC3D-2101-EDDF-744C-419A875FBCC9}"/>
              </a:ext>
            </a:extLst>
          </p:cNvPr>
          <p:cNvSpPr>
            <a:spLocks noGrp="1"/>
          </p:cNvSpPr>
          <p:nvPr>
            <p:ph type="sldNum" sz="quarter" idx="12"/>
          </p:nvPr>
        </p:nvSpPr>
        <p:spPr/>
        <p:txBody>
          <a:bodyPr/>
          <a:lstStyle/>
          <a:p>
            <a:fld id="{22F318F8-813A-4FF6-B48B-C092B5CAED40}" type="slidenum">
              <a:rPr lang="en-IN" smtClean="0"/>
              <a:t>‹#›</a:t>
            </a:fld>
            <a:endParaRPr lang="en-IN"/>
          </a:p>
        </p:txBody>
      </p:sp>
    </p:spTree>
    <p:extLst>
      <p:ext uri="{BB962C8B-B14F-4D97-AF65-F5344CB8AC3E}">
        <p14:creationId xmlns:p14="http://schemas.microsoft.com/office/powerpoint/2010/main" val="346147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DCD0C-A978-9549-46E2-407106E1F8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34C94E8-5259-FE70-16E9-37BEF7B8700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EFD7D4-7264-DF27-6347-84E075BF572B}"/>
              </a:ext>
            </a:extLst>
          </p:cNvPr>
          <p:cNvSpPr>
            <a:spLocks noGrp="1"/>
          </p:cNvSpPr>
          <p:nvPr>
            <p:ph type="dt" sz="half" idx="10"/>
          </p:nvPr>
        </p:nvSpPr>
        <p:spPr/>
        <p:txBody>
          <a:bodyPr/>
          <a:lstStyle/>
          <a:p>
            <a:fld id="{FE0B6244-B72C-4F2A-8988-F48E5B07E5C0}" type="datetimeFigureOut">
              <a:rPr lang="en-IN" smtClean="0"/>
              <a:t>29-02-2024</a:t>
            </a:fld>
            <a:endParaRPr lang="en-IN"/>
          </a:p>
        </p:txBody>
      </p:sp>
      <p:sp>
        <p:nvSpPr>
          <p:cNvPr id="5" name="Footer Placeholder 4">
            <a:extLst>
              <a:ext uri="{FF2B5EF4-FFF2-40B4-BE49-F238E27FC236}">
                <a16:creationId xmlns:a16="http://schemas.microsoft.com/office/drawing/2014/main" id="{6C10F267-4FAB-926A-25E8-6D822959FF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BF6007-C289-5F5D-90C6-BDFC20D46885}"/>
              </a:ext>
            </a:extLst>
          </p:cNvPr>
          <p:cNvSpPr>
            <a:spLocks noGrp="1"/>
          </p:cNvSpPr>
          <p:nvPr>
            <p:ph type="sldNum" sz="quarter" idx="12"/>
          </p:nvPr>
        </p:nvSpPr>
        <p:spPr/>
        <p:txBody>
          <a:bodyPr/>
          <a:lstStyle/>
          <a:p>
            <a:fld id="{22F318F8-813A-4FF6-B48B-C092B5CAED40}" type="slidenum">
              <a:rPr lang="en-IN" smtClean="0"/>
              <a:t>‹#›</a:t>
            </a:fld>
            <a:endParaRPr lang="en-IN"/>
          </a:p>
        </p:txBody>
      </p:sp>
    </p:spTree>
    <p:extLst>
      <p:ext uri="{BB962C8B-B14F-4D97-AF65-F5344CB8AC3E}">
        <p14:creationId xmlns:p14="http://schemas.microsoft.com/office/powerpoint/2010/main" val="3614652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4D70F-AB1C-7710-21C6-3AA611F0565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55BC4C-10DB-5B90-5A26-A701DD5D0F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2287F35-21D2-C67E-5BC4-2A1FC31E91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17B54DB-B9BA-515B-C0A2-26476022E5E7}"/>
              </a:ext>
            </a:extLst>
          </p:cNvPr>
          <p:cNvSpPr>
            <a:spLocks noGrp="1"/>
          </p:cNvSpPr>
          <p:nvPr>
            <p:ph type="dt" sz="half" idx="10"/>
          </p:nvPr>
        </p:nvSpPr>
        <p:spPr/>
        <p:txBody>
          <a:bodyPr/>
          <a:lstStyle/>
          <a:p>
            <a:fld id="{FE0B6244-B72C-4F2A-8988-F48E5B07E5C0}" type="datetimeFigureOut">
              <a:rPr lang="en-IN" smtClean="0"/>
              <a:t>29-02-2024</a:t>
            </a:fld>
            <a:endParaRPr lang="en-IN"/>
          </a:p>
        </p:txBody>
      </p:sp>
      <p:sp>
        <p:nvSpPr>
          <p:cNvPr id="6" name="Footer Placeholder 5">
            <a:extLst>
              <a:ext uri="{FF2B5EF4-FFF2-40B4-BE49-F238E27FC236}">
                <a16:creationId xmlns:a16="http://schemas.microsoft.com/office/drawing/2014/main" id="{852DA83B-7AC2-2EA3-B87C-EB4392EC8E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79692F-C1AC-E2BF-E64F-73761C0F54B6}"/>
              </a:ext>
            </a:extLst>
          </p:cNvPr>
          <p:cNvSpPr>
            <a:spLocks noGrp="1"/>
          </p:cNvSpPr>
          <p:nvPr>
            <p:ph type="sldNum" sz="quarter" idx="12"/>
          </p:nvPr>
        </p:nvSpPr>
        <p:spPr/>
        <p:txBody>
          <a:bodyPr/>
          <a:lstStyle/>
          <a:p>
            <a:fld id="{22F318F8-813A-4FF6-B48B-C092B5CAED40}" type="slidenum">
              <a:rPr lang="en-IN" smtClean="0"/>
              <a:t>‹#›</a:t>
            </a:fld>
            <a:endParaRPr lang="en-IN"/>
          </a:p>
        </p:txBody>
      </p:sp>
    </p:spTree>
    <p:extLst>
      <p:ext uri="{BB962C8B-B14F-4D97-AF65-F5344CB8AC3E}">
        <p14:creationId xmlns:p14="http://schemas.microsoft.com/office/powerpoint/2010/main" val="3183688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3394B-0FDD-4918-D7F0-935DC71B279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CF22B2-78E1-B54C-112A-3873B345DF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0BC5A9-8950-EF15-8A4B-ED345C6340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8CA7F40-1EA1-7B87-CD0B-AAE42490E8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49AEA6-1914-2D6C-DB3A-1412FCA8CE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06B7FFD-7601-A026-C4D3-E0DC2D12484E}"/>
              </a:ext>
            </a:extLst>
          </p:cNvPr>
          <p:cNvSpPr>
            <a:spLocks noGrp="1"/>
          </p:cNvSpPr>
          <p:nvPr>
            <p:ph type="dt" sz="half" idx="10"/>
          </p:nvPr>
        </p:nvSpPr>
        <p:spPr/>
        <p:txBody>
          <a:bodyPr/>
          <a:lstStyle/>
          <a:p>
            <a:fld id="{FE0B6244-B72C-4F2A-8988-F48E5B07E5C0}" type="datetimeFigureOut">
              <a:rPr lang="en-IN" smtClean="0"/>
              <a:t>29-02-2024</a:t>
            </a:fld>
            <a:endParaRPr lang="en-IN"/>
          </a:p>
        </p:txBody>
      </p:sp>
      <p:sp>
        <p:nvSpPr>
          <p:cNvPr id="8" name="Footer Placeholder 7">
            <a:extLst>
              <a:ext uri="{FF2B5EF4-FFF2-40B4-BE49-F238E27FC236}">
                <a16:creationId xmlns:a16="http://schemas.microsoft.com/office/drawing/2014/main" id="{5D1BEC20-731D-4635-B907-3DDEC947503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111FFCA-73DF-5261-C9A2-BB60D72FC427}"/>
              </a:ext>
            </a:extLst>
          </p:cNvPr>
          <p:cNvSpPr>
            <a:spLocks noGrp="1"/>
          </p:cNvSpPr>
          <p:nvPr>
            <p:ph type="sldNum" sz="quarter" idx="12"/>
          </p:nvPr>
        </p:nvSpPr>
        <p:spPr/>
        <p:txBody>
          <a:bodyPr/>
          <a:lstStyle/>
          <a:p>
            <a:fld id="{22F318F8-813A-4FF6-B48B-C092B5CAED40}" type="slidenum">
              <a:rPr lang="en-IN" smtClean="0"/>
              <a:t>‹#›</a:t>
            </a:fld>
            <a:endParaRPr lang="en-IN"/>
          </a:p>
        </p:txBody>
      </p:sp>
    </p:spTree>
    <p:extLst>
      <p:ext uri="{BB962C8B-B14F-4D97-AF65-F5344CB8AC3E}">
        <p14:creationId xmlns:p14="http://schemas.microsoft.com/office/powerpoint/2010/main" val="4136595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A96FE-18DD-B780-6DF7-7CE4E1030B2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F662BBB-DCC9-3FF0-BFDB-517A21475C5E}"/>
              </a:ext>
            </a:extLst>
          </p:cNvPr>
          <p:cNvSpPr>
            <a:spLocks noGrp="1"/>
          </p:cNvSpPr>
          <p:nvPr>
            <p:ph type="dt" sz="half" idx="10"/>
          </p:nvPr>
        </p:nvSpPr>
        <p:spPr/>
        <p:txBody>
          <a:bodyPr/>
          <a:lstStyle/>
          <a:p>
            <a:fld id="{FE0B6244-B72C-4F2A-8988-F48E5B07E5C0}" type="datetimeFigureOut">
              <a:rPr lang="en-IN" smtClean="0"/>
              <a:t>29-02-2024</a:t>
            </a:fld>
            <a:endParaRPr lang="en-IN"/>
          </a:p>
        </p:txBody>
      </p:sp>
      <p:sp>
        <p:nvSpPr>
          <p:cNvPr id="4" name="Footer Placeholder 3">
            <a:extLst>
              <a:ext uri="{FF2B5EF4-FFF2-40B4-BE49-F238E27FC236}">
                <a16:creationId xmlns:a16="http://schemas.microsoft.com/office/drawing/2014/main" id="{DD98321D-87DB-D6E4-C1B1-A41B5968103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C0E4538-3E29-ECE0-A92F-520D08BB6F59}"/>
              </a:ext>
            </a:extLst>
          </p:cNvPr>
          <p:cNvSpPr>
            <a:spLocks noGrp="1"/>
          </p:cNvSpPr>
          <p:nvPr>
            <p:ph type="sldNum" sz="quarter" idx="12"/>
          </p:nvPr>
        </p:nvSpPr>
        <p:spPr/>
        <p:txBody>
          <a:bodyPr/>
          <a:lstStyle/>
          <a:p>
            <a:fld id="{22F318F8-813A-4FF6-B48B-C092B5CAED40}" type="slidenum">
              <a:rPr lang="en-IN" smtClean="0"/>
              <a:t>‹#›</a:t>
            </a:fld>
            <a:endParaRPr lang="en-IN"/>
          </a:p>
        </p:txBody>
      </p:sp>
    </p:spTree>
    <p:extLst>
      <p:ext uri="{BB962C8B-B14F-4D97-AF65-F5344CB8AC3E}">
        <p14:creationId xmlns:p14="http://schemas.microsoft.com/office/powerpoint/2010/main" val="3678566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5D9864-A87D-EC14-C216-93312B1C3ADD}"/>
              </a:ext>
            </a:extLst>
          </p:cNvPr>
          <p:cNvSpPr>
            <a:spLocks noGrp="1"/>
          </p:cNvSpPr>
          <p:nvPr>
            <p:ph type="dt" sz="half" idx="10"/>
          </p:nvPr>
        </p:nvSpPr>
        <p:spPr/>
        <p:txBody>
          <a:bodyPr/>
          <a:lstStyle/>
          <a:p>
            <a:fld id="{FE0B6244-B72C-4F2A-8988-F48E5B07E5C0}" type="datetimeFigureOut">
              <a:rPr lang="en-IN" smtClean="0"/>
              <a:t>29-02-2024</a:t>
            </a:fld>
            <a:endParaRPr lang="en-IN"/>
          </a:p>
        </p:txBody>
      </p:sp>
      <p:sp>
        <p:nvSpPr>
          <p:cNvPr id="3" name="Footer Placeholder 2">
            <a:extLst>
              <a:ext uri="{FF2B5EF4-FFF2-40B4-BE49-F238E27FC236}">
                <a16:creationId xmlns:a16="http://schemas.microsoft.com/office/drawing/2014/main" id="{6399E7FF-0B86-232C-9BA6-1F8D3FAC7B2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6F16FFB-3D2F-1A30-52B2-21A14CA5CBE8}"/>
              </a:ext>
            </a:extLst>
          </p:cNvPr>
          <p:cNvSpPr>
            <a:spLocks noGrp="1"/>
          </p:cNvSpPr>
          <p:nvPr>
            <p:ph type="sldNum" sz="quarter" idx="12"/>
          </p:nvPr>
        </p:nvSpPr>
        <p:spPr/>
        <p:txBody>
          <a:bodyPr/>
          <a:lstStyle/>
          <a:p>
            <a:fld id="{22F318F8-813A-4FF6-B48B-C092B5CAED40}" type="slidenum">
              <a:rPr lang="en-IN" smtClean="0"/>
              <a:t>‹#›</a:t>
            </a:fld>
            <a:endParaRPr lang="en-IN"/>
          </a:p>
        </p:txBody>
      </p:sp>
    </p:spTree>
    <p:extLst>
      <p:ext uri="{BB962C8B-B14F-4D97-AF65-F5344CB8AC3E}">
        <p14:creationId xmlns:p14="http://schemas.microsoft.com/office/powerpoint/2010/main" val="2418210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0E50A-5D0A-A24E-984B-01EDD4F75F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A00027D-45E4-4335-84E0-7989E4F9F3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55C3ECA-6354-B3F9-C51E-397BE35306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7DBB10-B8D8-4737-E58E-39993444314F}"/>
              </a:ext>
            </a:extLst>
          </p:cNvPr>
          <p:cNvSpPr>
            <a:spLocks noGrp="1"/>
          </p:cNvSpPr>
          <p:nvPr>
            <p:ph type="dt" sz="half" idx="10"/>
          </p:nvPr>
        </p:nvSpPr>
        <p:spPr/>
        <p:txBody>
          <a:bodyPr/>
          <a:lstStyle/>
          <a:p>
            <a:fld id="{FE0B6244-B72C-4F2A-8988-F48E5B07E5C0}" type="datetimeFigureOut">
              <a:rPr lang="en-IN" smtClean="0"/>
              <a:t>29-02-2024</a:t>
            </a:fld>
            <a:endParaRPr lang="en-IN"/>
          </a:p>
        </p:txBody>
      </p:sp>
      <p:sp>
        <p:nvSpPr>
          <p:cNvPr id="6" name="Footer Placeholder 5">
            <a:extLst>
              <a:ext uri="{FF2B5EF4-FFF2-40B4-BE49-F238E27FC236}">
                <a16:creationId xmlns:a16="http://schemas.microsoft.com/office/drawing/2014/main" id="{410AF758-6727-5D93-FF18-21CFCA8449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6927D7-1E0F-92A6-ABCF-A251D0970038}"/>
              </a:ext>
            </a:extLst>
          </p:cNvPr>
          <p:cNvSpPr>
            <a:spLocks noGrp="1"/>
          </p:cNvSpPr>
          <p:nvPr>
            <p:ph type="sldNum" sz="quarter" idx="12"/>
          </p:nvPr>
        </p:nvSpPr>
        <p:spPr/>
        <p:txBody>
          <a:bodyPr/>
          <a:lstStyle/>
          <a:p>
            <a:fld id="{22F318F8-813A-4FF6-B48B-C092B5CAED40}" type="slidenum">
              <a:rPr lang="en-IN" smtClean="0"/>
              <a:t>‹#›</a:t>
            </a:fld>
            <a:endParaRPr lang="en-IN"/>
          </a:p>
        </p:txBody>
      </p:sp>
    </p:spTree>
    <p:extLst>
      <p:ext uri="{BB962C8B-B14F-4D97-AF65-F5344CB8AC3E}">
        <p14:creationId xmlns:p14="http://schemas.microsoft.com/office/powerpoint/2010/main" val="2100853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F1857-6D2C-C4F5-8E2E-F39FDC88F7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51B068-7C5E-C56C-5976-E75EB0ACBB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AA1FB26-BDB6-9A44-382D-5DA34BD3D3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839AE8-0800-F3F6-AD14-BBBBAF0B96F9}"/>
              </a:ext>
            </a:extLst>
          </p:cNvPr>
          <p:cNvSpPr>
            <a:spLocks noGrp="1"/>
          </p:cNvSpPr>
          <p:nvPr>
            <p:ph type="dt" sz="half" idx="10"/>
          </p:nvPr>
        </p:nvSpPr>
        <p:spPr/>
        <p:txBody>
          <a:bodyPr/>
          <a:lstStyle/>
          <a:p>
            <a:fld id="{FE0B6244-B72C-4F2A-8988-F48E5B07E5C0}" type="datetimeFigureOut">
              <a:rPr lang="en-IN" smtClean="0"/>
              <a:t>29-02-2024</a:t>
            </a:fld>
            <a:endParaRPr lang="en-IN"/>
          </a:p>
        </p:txBody>
      </p:sp>
      <p:sp>
        <p:nvSpPr>
          <p:cNvPr id="6" name="Footer Placeholder 5">
            <a:extLst>
              <a:ext uri="{FF2B5EF4-FFF2-40B4-BE49-F238E27FC236}">
                <a16:creationId xmlns:a16="http://schemas.microsoft.com/office/drawing/2014/main" id="{9E6C694F-4853-D010-DA23-7560EEA499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F6B571-3109-3E6A-6CEE-D1DF2DA2D534}"/>
              </a:ext>
            </a:extLst>
          </p:cNvPr>
          <p:cNvSpPr>
            <a:spLocks noGrp="1"/>
          </p:cNvSpPr>
          <p:nvPr>
            <p:ph type="sldNum" sz="quarter" idx="12"/>
          </p:nvPr>
        </p:nvSpPr>
        <p:spPr/>
        <p:txBody>
          <a:bodyPr/>
          <a:lstStyle/>
          <a:p>
            <a:fld id="{22F318F8-813A-4FF6-B48B-C092B5CAED40}" type="slidenum">
              <a:rPr lang="en-IN" smtClean="0"/>
              <a:t>‹#›</a:t>
            </a:fld>
            <a:endParaRPr lang="en-IN"/>
          </a:p>
        </p:txBody>
      </p:sp>
    </p:spTree>
    <p:extLst>
      <p:ext uri="{BB962C8B-B14F-4D97-AF65-F5344CB8AC3E}">
        <p14:creationId xmlns:p14="http://schemas.microsoft.com/office/powerpoint/2010/main" val="482522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50C77-C5AE-5400-C89A-96DDC9ACCEC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DC7BD6-06C5-B2A1-D59A-4FD480EEFB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1123C1-38B3-E9AF-E710-784B2CF2468E}"/>
              </a:ext>
            </a:extLst>
          </p:cNvPr>
          <p:cNvSpPr>
            <a:spLocks noGrp="1"/>
          </p:cNvSpPr>
          <p:nvPr>
            <p:ph type="dt" sz="half" idx="10"/>
          </p:nvPr>
        </p:nvSpPr>
        <p:spPr/>
        <p:txBody>
          <a:bodyPr/>
          <a:lstStyle/>
          <a:p>
            <a:fld id="{FE0B6244-B72C-4F2A-8988-F48E5B07E5C0}" type="datetimeFigureOut">
              <a:rPr lang="en-IN" smtClean="0"/>
              <a:t>29-02-2024</a:t>
            </a:fld>
            <a:endParaRPr lang="en-IN"/>
          </a:p>
        </p:txBody>
      </p:sp>
      <p:sp>
        <p:nvSpPr>
          <p:cNvPr id="5" name="Footer Placeholder 4">
            <a:extLst>
              <a:ext uri="{FF2B5EF4-FFF2-40B4-BE49-F238E27FC236}">
                <a16:creationId xmlns:a16="http://schemas.microsoft.com/office/drawing/2014/main" id="{DEA9AC17-0EB3-A5EA-65A3-D8EB08E237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2FA554-4618-373D-2C51-BA345632DE3F}"/>
              </a:ext>
            </a:extLst>
          </p:cNvPr>
          <p:cNvSpPr>
            <a:spLocks noGrp="1"/>
          </p:cNvSpPr>
          <p:nvPr>
            <p:ph type="sldNum" sz="quarter" idx="12"/>
          </p:nvPr>
        </p:nvSpPr>
        <p:spPr/>
        <p:txBody>
          <a:bodyPr/>
          <a:lstStyle/>
          <a:p>
            <a:fld id="{22F318F8-813A-4FF6-B48B-C092B5CAED40}" type="slidenum">
              <a:rPr lang="en-IN" smtClean="0"/>
              <a:t>‹#›</a:t>
            </a:fld>
            <a:endParaRPr lang="en-IN"/>
          </a:p>
        </p:txBody>
      </p:sp>
    </p:spTree>
    <p:extLst>
      <p:ext uri="{BB962C8B-B14F-4D97-AF65-F5344CB8AC3E}">
        <p14:creationId xmlns:p14="http://schemas.microsoft.com/office/powerpoint/2010/main" val="4248777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337F08-7AE9-F224-0029-BB078FC17C7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D7D317C-409E-4020-F5D5-CD5EBFCB36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EBCEEE-387C-B1EE-21DA-286B59DC337C}"/>
              </a:ext>
            </a:extLst>
          </p:cNvPr>
          <p:cNvSpPr>
            <a:spLocks noGrp="1"/>
          </p:cNvSpPr>
          <p:nvPr>
            <p:ph type="dt" sz="half" idx="10"/>
          </p:nvPr>
        </p:nvSpPr>
        <p:spPr/>
        <p:txBody>
          <a:bodyPr/>
          <a:lstStyle/>
          <a:p>
            <a:fld id="{FE0B6244-B72C-4F2A-8988-F48E5B07E5C0}" type="datetimeFigureOut">
              <a:rPr lang="en-IN" smtClean="0"/>
              <a:t>29-02-2024</a:t>
            </a:fld>
            <a:endParaRPr lang="en-IN"/>
          </a:p>
        </p:txBody>
      </p:sp>
      <p:sp>
        <p:nvSpPr>
          <p:cNvPr id="5" name="Footer Placeholder 4">
            <a:extLst>
              <a:ext uri="{FF2B5EF4-FFF2-40B4-BE49-F238E27FC236}">
                <a16:creationId xmlns:a16="http://schemas.microsoft.com/office/drawing/2014/main" id="{CE31F6C5-F0D9-ACF7-54FC-8622B15D80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2822A5-B5E2-4DA6-99A8-C6B3568A029C}"/>
              </a:ext>
            </a:extLst>
          </p:cNvPr>
          <p:cNvSpPr>
            <a:spLocks noGrp="1"/>
          </p:cNvSpPr>
          <p:nvPr>
            <p:ph type="sldNum" sz="quarter" idx="12"/>
          </p:nvPr>
        </p:nvSpPr>
        <p:spPr/>
        <p:txBody>
          <a:bodyPr/>
          <a:lstStyle/>
          <a:p>
            <a:fld id="{22F318F8-813A-4FF6-B48B-C092B5CAED40}" type="slidenum">
              <a:rPr lang="en-IN" smtClean="0"/>
              <a:t>‹#›</a:t>
            </a:fld>
            <a:endParaRPr lang="en-IN"/>
          </a:p>
        </p:txBody>
      </p:sp>
    </p:spTree>
    <p:extLst>
      <p:ext uri="{BB962C8B-B14F-4D97-AF65-F5344CB8AC3E}">
        <p14:creationId xmlns:p14="http://schemas.microsoft.com/office/powerpoint/2010/main" val="3337738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BD4958-5974-4250-EC31-A1E7CDBA1B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A1864FA-FAB9-7D39-187F-C8B7422C33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13693B-0CE2-4382-6105-48F8130C05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0B6244-B72C-4F2A-8988-F48E5B07E5C0}" type="datetimeFigureOut">
              <a:rPr lang="en-IN" smtClean="0"/>
              <a:t>29-02-2024</a:t>
            </a:fld>
            <a:endParaRPr lang="en-IN"/>
          </a:p>
        </p:txBody>
      </p:sp>
      <p:sp>
        <p:nvSpPr>
          <p:cNvPr id="5" name="Footer Placeholder 4">
            <a:extLst>
              <a:ext uri="{FF2B5EF4-FFF2-40B4-BE49-F238E27FC236}">
                <a16:creationId xmlns:a16="http://schemas.microsoft.com/office/drawing/2014/main" id="{7B7E9651-C066-AF2D-D31F-E790B151A8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189A4A3-FDD9-5915-3077-0A89C4E332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F318F8-813A-4FF6-B48B-C092B5CAED40}" type="slidenum">
              <a:rPr lang="en-IN" smtClean="0"/>
              <a:t>‹#›</a:t>
            </a:fld>
            <a:endParaRPr lang="en-IN"/>
          </a:p>
        </p:txBody>
      </p:sp>
    </p:spTree>
    <p:extLst>
      <p:ext uri="{BB962C8B-B14F-4D97-AF65-F5344CB8AC3E}">
        <p14:creationId xmlns:p14="http://schemas.microsoft.com/office/powerpoint/2010/main" val="1780477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hyperlink" Target="https://lucid.app/"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078B3AC-F198-50C7-BDC9-442F7F6684E0}"/>
              </a:ext>
            </a:extLst>
          </p:cNvPr>
          <p:cNvSpPr>
            <a:spLocks noGrp="1"/>
          </p:cNvSpPr>
          <p:nvPr>
            <p:ph type="ctrTitle"/>
          </p:nvPr>
        </p:nvSpPr>
        <p:spPr>
          <a:xfrm>
            <a:off x="838200" y="609600"/>
            <a:ext cx="3739341" cy="1330839"/>
          </a:xfrm>
        </p:spPr>
        <p:txBody>
          <a:bodyPr vert="horz" lIns="91440" tIns="45720" rIns="91440" bIns="45720" rtlCol="0" anchor="ctr">
            <a:normAutofit/>
          </a:bodyPr>
          <a:lstStyle/>
          <a:p>
            <a:pPr algn="l"/>
            <a:r>
              <a:rPr lang="en-US" sz="4400" b="1" i="1" kern="1200">
                <a:solidFill>
                  <a:schemeClr val="tx1"/>
                </a:solidFill>
                <a:effectLst>
                  <a:outerShdw blurRad="38100" dist="38100" dir="2700000" algn="tl">
                    <a:srgbClr val="000000">
                      <a:alpha val="43137"/>
                    </a:srgbClr>
                  </a:outerShdw>
                </a:effectLst>
                <a:latin typeface="+mj-lt"/>
                <a:ea typeface="+mj-ea"/>
                <a:cs typeface="+mj-cs"/>
              </a:rPr>
              <a:t>Indent Slip</a:t>
            </a:r>
          </a:p>
        </p:txBody>
      </p:sp>
      <p:sp>
        <p:nvSpPr>
          <p:cNvPr id="14" name="Subtitle 2">
            <a:extLst>
              <a:ext uri="{FF2B5EF4-FFF2-40B4-BE49-F238E27FC236}">
                <a16:creationId xmlns:a16="http://schemas.microsoft.com/office/drawing/2014/main" id="{B47EFD47-FE03-23FD-98F4-FC5BD7CD926A}"/>
              </a:ext>
            </a:extLst>
          </p:cNvPr>
          <p:cNvSpPr txBox="1">
            <a:spLocks/>
          </p:cNvSpPr>
          <p:nvPr/>
        </p:nvSpPr>
        <p:spPr>
          <a:xfrm>
            <a:off x="862366" y="2194102"/>
            <a:ext cx="3427001" cy="390858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228600" algn="l">
              <a:buFont typeface="Arial" panose="020B0604020202020204" pitchFamily="34" charset="0"/>
              <a:buChar char="•"/>
            </a:pPr>
            <a:r>
              <a:rPr lang="en-US" sz="2000"/>
              <a:t>PROJECT</a:t>
            </a:r>
          </a:p>
          <a:p>
            <a:pPr indent="-228600" algn="l">
              <a:buFont typeface="Arial" panose="020B0604020202020204" pitchFamily="34" charset="0"/>
              <a:buChar char="•"/>
            </a:pPr>
            <a:r>
              <a:rPr lang="en-US" sz="2000"/>
              <a:t>Abhay Shihora</a:t>
            </a:r>
          </a:p>
          <a:p>
            <a:pPr indent="-228600" algn="l">
              <a:buFont typeface="Arial" panose="020B0604020202020204" pitchFamily="34" charset="0"/>
              <a:buChar char="•"/>
            </a:pPr>
            <a:r>
              <a:rPr lang="en-US" sz="2000"/>
              <a:t>SYBCA - 03</a:t>
            </a:r>
          </a:p>
        </p:txBody>
      </p:sp>
      <p:pic>
        <p:nvPicPr>
          <p:cNvPr id="8" name="Picture 1">
            <a:extLst>
              <a:ext uri="{FF2B5EF4-FFF2-40B4-BE49-F238E27FC236}">
                <a16:creationId xmlns:a16="http://schemas.microsoft.com/office/drawing/2014/main" id="{B378992D-9A70-29CE-43AD-FD5C60A7158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483" r="9543" b="1"/>
          <a:stretch/>
        </p:blipFill>
        <p:spPr bwMode="auto">
          <a:xfrm>
            <a:off x="5445457" y="1258188"/>
            <a:ext cx="6155141" cy="4365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3482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9" name="Rectangle 18">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20">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B400860-AF04-A03B-01CA-9FF686F17EAB}"/>
              </a:ext>
            </a:extLst>
          </p:cNvPr>
          <p:cNvSpPr txBox="1"/>
          <p:nvPr/>
        </p:nvSpPr>
        <p:spPr>
          <a:xfrm>
            <a:off x="1043631" y="809898"/>
            <a:ext cx="9942716" cy="155448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800" b="1" kern="1200" dirty="0">
                <a:solidFill>
                  <a:schemeClr val="tx1"/>
                </a:solidFill>
                <a:effectLst/>
                <a:latin typeface="+mj-lt"/>
                <a:ea typeface="+mj-ea"/>
                <a:cs typeface="+mj-cs"/>
              </a:rPr>
              <a:t>ACKNOWLEDGEMENT</a:t>
            </a:r>
          </a:p>
        </p:txBody>
      </p:sp>
      <p:sp>
        <p:nvSpPr>
          <p:cNvPr id="3" name="Subtitle 2">
            <a:extLst>
              <a:ext uri="{FF2B5EF4-FFF2-40B4-BE49-F238E27FC236}">
                <a16:creationId xmlns:a16="http://schemas.microsoft.com/office/drawing/2014/main" id="{7C8EAA93-A5F4-6125-4DF4-3038A5B8DD35}"/>
              </a:ext>
            </a:extLst>
          </p:cNvPr>
          <p:cNvSpPr>
            <a:spLocks noGrp="1"/>
          </p:cNvSpPr>
          <p:nvPr>
            <p:ph type="subTitle" idx="1"/>
          </p:nvPr>
        </p:nvSpPr>
        <p:spPr>
          <a:xfrm>
            <a:off x="1045028" y="3017522"/>
            <a:ext cx="9941319" cy="3124658"/>
          </a:xfrm>
        </p:spPr>
        <p:txBody>
          <a:bodyPr vert="horz" lIns="91440" tIns="45720" rIns="91440" bIns="45720" rtlCol="0" anchor="ctr">
            <a:normAutofit/>
          </a:bodyPr>
          <a:lstStyle/>
          <a:p>
            <a:pPr marL="342900" lvl="0" indent="-228600" algn="l">
              <a:buFont typeface="Arial" panose="020B0604020202020204" pitchFamily="34" charset="0"/>
              <a:buChar char="•"/>
            </a:pPr>
            <a:r>
              <a:rPr lang="en-US" sz="1800" dirty="0">
                <a:effectLst/>
              </a:rPr>
              <a:t>In completing this graduate project, I have been fortunate to have help, support  and encouragement from many people. I would like to acknowledge them for their</a:t>
            </a:r>
            <a:r>
              <a:rPr lang="en-US" sz="1800" dirty="0"/>
              <a:t> </a:t>
            </a:r>
            <a:r>
              <a:rPr lang="en-US" sz="1800" dirty="0">
                <a:effectLst/>
              </a:rPr>
              <a:t>cooperation.</a:t>
            </a:r>
          </a:p>
          <a:p>
            <a:pPr marL="342900" lvl="0" indent="-228600" algn="l">
              <a:buFont typeface="Arial" panose="020B0604020202020204" pitchFamily="34" charset="0"/>
              <a:buChar char="•"/>
            </a:pPr>
            <a:r>
              <a:rPr lang="en-US" sz="1800" dirty="0">
                <a:effectLst/>
              </a:rPr>
              <a:t>First, I would like to thank </a:t>
            </a:r>
            <a:r>
              <a:rPr lang="en-US" sz="1800" b="1" dirty="0">
                <a:effectLst/>
              </a:rPr>
              <a:t>Ms. Ami Trivedi Ma’am</a:t>
            </a:r>
            <a:r>
              <a:rPr lang="en-US" sz="1800" dirty="0">
                <a:effectLst/>
              </a:rPr>
              <a:t>, my project advisor, for guiding me through each and every step of the process with knowledge and support. Thank you for your advice, guidance and assistance.</a:t>
            </a:r>
          </a:p>
          <a:p>
            <a:pPr marL="342900" lvl="0" indent="-228600" algn="l">
              <a:buFont typeface="Arial" panose="020B0604020202020204" pitchFamily="34" charset="0"/>
              <a:buChar char="•"/>
            </a:pPr>
            <a:r>
              <a:rPr lang="en-US" sz="1800" dirty="0">
                <a:effectLst/>
              </a:rPr>
              <a:t>Finally, I would like to dedicate this project to my Teachers, my Friends and  for their love, encouragement and help throughout the Project. This project  has been a rewarding learning experience, and I feel deeply grateful for the  opportunity to contribute to it. Thank you once again to everyone who has been  a part of this journey.</a:t>
            </a:r>
          </a:p>
          <a:p>
            <a:pPr indent="-228600" algn="l">
              <a:buFont typeface="Arial" panose="020B0604020202020204" pitchFamily="34" charset="0"/>
              <a:buChar char="•"/>
            </a:pPr>
            <a:endParaRPr lang="en-US" sz="1100" dirty="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8691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A0AB4BC0-7CDE-0174-650C-5E9BD649BA07}"/>
              </a:ext>
            </a:extLst>
          </p:cNvPr>
          <p:cNvSpPr>
            <a:spLocks noChangeArrowheads="1"/>
          </p:cNvSpPr>
          <p:nvPr/>
        </p:nvSpPr>
        <p:spPr bwMode="auto">
          <a:xfrm>
            <a:off x="1053040" y="1216597"/>
            <a:ext cx="10173010" cy="155448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lnSpcReduction="10000"/>
          </a:bodyPr>
          <a:lstStyle/>
          <a:p>
            <a:pPr marL="0" marR="0" lvl="0" indent="0" fontAlgn="base">
              <a:lnSpc>
                <a:spcPct val="90000"/>
              </a:lnSpc>
              <a:spcBef>
                <a:spcPct val="0"/>
              </a:spcBef>
              <a:spcAft>
                <a:spcPts val="600"/>
              </a:spcAft>
              <a:buClrTx/>
              <a:buSzTx/>
              <a:tabLst/>
            </a:pPr>
            <a:r>
              <a:rPr kumimoji="0" lang="en-US" altLang="en-US" sz="4800" b="1" i="0" u="none" strike="noStrike" kern="1200" cap="none" normalizeH="0" baseline="0" dirty="0">
                <a:ln>
                  <a:noFill/>
                </a:ln>
                <a:solidFill>
                  <a:schemeClr val="tx1"/>
                </a:solidFill>
                <a:effectLst/>
                <a:latin typeface="+mj-lt"/>
                <a:ea typeface="+mj-ea"/>
                <a:cs typeface="+mj-cs"/>
              </a:rPr>
              <a:t>Index</a:t>
            </a:r>
            <a:endParaRPr kumimoji="0" lang="en-US" altLang="en-US" sz="3000" b="1" i="0" u="none" strike="noStrike" kern="1200" cap="none" normalizeH="0" baseline="0" dirty="0">
              <a:ln>
                <a:noFill/>
              </a:ln>
              <a:solidFill>
                <a:schemeClr val="tx1"/>
              </a:solidFill>
              <a:effectLst/>
              <a:latin typeface="+mj-lt"/>
              <a:ea typeface="+mj-ea"/>
              <a:cs typeface="+mj-cs"/>
            </a:endParaRPr>
          </a:p>
          <a:p>
            <a:pPr marL="0" marR="0" lvl="0" indent="0" fontAlgn="base">
              <a:lnSpc>
                <a:spcPct val="90000"/>
              </a:lnSpc>
              <a:spcBef>
                <a:spcPct val="0"/>
              </a:spcBef>
              <a:spcAft>
                <a:spcPts val="600"/>
              </a:spcAft>
              <a:buClrTx/>
              <a:buSzTx/>
              <a:tabLst/>
            </a:pPr>
            <a:br>
              <a:rPr kumimoji="0" lang="en-US" altLang="en-US" sz="3000" b="0" i="0" u="none" strike="noStrike" kern="1200" cap="none" normalizeH="0" baseline="0" dirty="0">
                <a:ln>
                  <a:noFill/>
                </a:ln>
                <a:solidFill>
                  <a:schemeClr val="tx1"/>
                </a:solidFill>
                <a:effectLst/>
                <a:latin typeface="+mj-lt"/>
                <a:ea typeface="+mj-ea"/>
                <a:cs typeface="+mj-cs"/>
              </a:rPr>
            </a:br>
            <a:endParaRPr kumimoji="0" lang="en-US" altLang="en-US" sz="3000" b="0" i="0" u="none" strike="noStrike" kern="1200" cap="none" normalizeH="0" baseline="0" dirty="0">
              <a:ln>
                <a:noFill/>
              </a:ln>
              <a:solidFill>
                <a:schemeClr val="tx1"/>
              </a:solidFill>
              <a:effectLst/>
              <a:latin typeface="+mj-lt"/>
              <a:ea typeface="+mj-ea"/>
              <a:cs typeface="+mj-cs"/>
            </a:endParaRPr>
          </a:p>
        </p:txBody>
      </p:sp>
      <p:cxnSp>
        <p:nvCxnSpPr>
          <p:cNvPr id="19" name="Straight Connector 18">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ABDAA778-6C61-6B59-56CB-8A6A8E98FD52}"/>
              </a:ext>
            </a:extLst>
          </p:cNvPr>
          <p:cNvGraphicFramePr>
            <a:graphicFrameLocks noGrp="1"/>
          </p:cNvGraphicFramePr>
          <p:nvPr>
            <p:ph idx="1"/>
            <p:extLst>
              <p:ext uri="{D42A27DB-BD31-4B8C-83A1-F6EECF244321}">
                <p14:modId xmlns:p14="http://schemas.microsoft.com/office/powerpoint/2010/main" val="2079879640"/>
              </p:ext>
            </p:extLst>
          </p:nvPr>
        </p:nvGraphicFramePr>
        <p:xfrm>
          <a:off x="1979986" y="3017519"/>
          <a:ext cx="8227673" cy="3209915"/>
        </p:xfrm>
        <a:graphic>
          <a:graphicData uri="http://schemas.openxmlformats.org/drawingml/2006/table">
            <a:tbl>
              <a:tblPr firstRow="1" firstCol="1" lastRow="1" lastCol="1" bandRow="1" bandCol="1">
                <a:tableStyleId>{5C22544A-7EE6-4342-B048-85BDC9FD1C3A}</a:tableStyleId>
              </a:tblPr>
              <a:tblGrid>
                <a:gridCol w="742300">
                  <a:extLst>
                    <a:ext uri="{9D8B030D-6E8A-4147-A177-3AD203B41FA5}">
                      <a16:colId xmlns:a16="http://schemas.microsoft.com/office/drawing/2014/main" val="3569133260"/>
                    </a:ext>
                  </a:extLst>
                </a:gridCol>
                <a:gridCol w="6226810">
                  <a:extLst>
                    <a:ext uri="{9D8B030D-6E8A-4147-A177-3AD203B41FA5}">
                      <a16:colId xmlns:a16="http://schemas.microsoft.com/office/drawing/2014/main" val="3098111018"/>
                    </a:ext>
                  </a:extLst>
                </a:gridCol>
                <a:gridCol w="1258563">
                  <a:extLst>
                    <a:ext uri="{9D8B030D-6E8A-4147-A177-3AD203B41FA5}">
                      <a16:colId xmlns:a16="http://schemas.microsoft.com/office/drawing/2014/main" val="691929336"/>
                    </a:ext>
                  </a:extLst>
                </a:gridCol>
              </a:tblGrid>
              <a:tr h="483126">
                <a:tc>
                  <a:txBody>
                    <a:bodyPr/>
                    <a:lstStyle/>
                    <a:p>
                      <a:pPr marL="167005">
                        <a:lnSpc>
                          <a:spcPts val="1340"/>
                        </a:lnSpc>
                      </a:pPr>
                      <a:r>
                        <a:rPr lang="en-US" sz="1200" dirty="0">
                          <a:effectLst/>
                        </a:rPr>
                        <a:t>Sr.</a:t>
                      </a:r>
                      <a:endParaRPr lang="en-IN" sz="1100" dirty="0">
                        <a:effectLst/>
                      </a:endParaRPr>
                    </a:p>
                    <a:p>
                      <a:pPr marL="146050">
                        <a:lnSpc>
                          <a:spcPts val="1375"/>
                        </a:lnSpc>
                        <a:spcBef>
                          <a:spcPts val="805"/>
                        </a:spcBef>
                        <a:spcAft>
                          <a:spcPts val="0"/>
                        </a:spcAft>
                      </a:pPr>
                      <a:r>
                        <a:rPr lang="en-US" sz="1200" dirty="0">
                          <a:effectLst/>
                        </a:rPr>
                        <a:t>No.</a:t>
                      </a:r>
                      <a:endParaRPr lang="en-IN" sz="1100" dirty="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a:lnSpc>
                          <a:spcPts val="1375"/>
                        </a:lnSpc>
                        <a:spcBef>
                          <a:spcPts val="35"/>
                        </a:spcBef>
                      </a:pPr>
                      <a:r>
                        <a:rPr lang="en-US" sz="1100" dirty="0">
                          <a:effectLst/>
                        </a:rPr>
                        <a:t> </a:t>
                      </a:r>
                      <a:endParaRPr lang="en-IN" sz="1100" dirty="0">
                        <a:effectLst/>
                      </a:endParaRPr>
                    </a:p>
                    <a:p>
                      <a:pPr marL="1515745" marR="1496695" algn="ctr">
                        <a:lnSpc>
                          <a:spcPts val="1375"/>
                        </a:lnSpc>
                        <a:spcAft>
                          <a:spcPts val="0"/>
                        </a:spcAft>
                      </a:pPr>
                      <a:r>
                        <a:rPr lang="en-US" sz="1200" dirty="0">
                          <a:effectLst/>
                        </a:rPr>
                        <a:t>Description of</a:t>
                      </a:r>
                      <a:r>
                        <a:rPr lang="en-US" sz="1200" spc="-10" dirty="0">
                          <a:effectLst/>
                        </a:rPr>
                        <a:t> </a:t>
                      </a:r>
                      <a:r>
                        <a:rPr lang="en-US" sz="1200" dirty="0">
                          <a:effectLst/>
                        </a:rPr>
                        <a:t>Topic</a:t>
                      </a:r>
                      <a:endParaRPr lang="en-IN" sz="1100" dirty="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212725">
                        <a:lnSpc>
                          <a:spcPts val="1350"/>
                        </a:lnSpc>
                      </a:pPr>
                      <a:r>
                        <a:rPr lang="en-US" sz="1200">
                          <a:effectLst/>
                        </a:rPr>
                        <a:t>Page</a:t>
                      </a:r>
                      <a:endParaRPr lang="en-IN" sz="1100">
                        <a:effectLst/>
                      </a:endParaRPr>
                    </a:p>
                    <a:p>
                      <a:pPr marL="211455">
                        <a:lnSpc>
                          <a:spcPts val="1375"/>
                        </a:lnSpc>
                        <a:spcBef>
                          <a:spcPts val="815"/>
                        </a:spcBef>
                        <a:spcAft>
                          <a:spcPts val="0"/>
                        </a:spcAft>
                      </a:pPr>
                      <a:r>
                        <a:rPr lang="en-US" sz="1200">
                          <a:effectLst/>
                        </a:rPr>
                        <a:t>No.</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2424700096"/>
                  </a:ext>
                </a:extLst>
              </a:tr>
              <a:tr h="209753">
                <a:tc>
                  <a:txBody>
                    <a:bodyPr/>
                    <a:lstStyle/>
                    <a:p>
                      <a:pPr marL="261620">
                        <a:lnSpc>
                          <a:spcPts val="1325"/>
                        </a:lnSpc>
                      </a:pPr>
                      <a:r>
                        <a:rPr lang="en-US" sz="1200">
                          <a:effectLst/>
                        </a:rPr>
                        <a:t>1</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76835">
                        <a:lnSpc>
                          <a:spcPts val="1325"/>
                        </a:lnSpc>
                      </a:pPr>
                      <a:r>
                        <a:rPr lang="en-US" sz="1200">
                          <a:effectLst/>
                        </a:rPr>
                        <a:t>Title</a:t>
                      </a:r>
                      <a:r>
                        <a:rPr lang="en-US" sz="1200" spc="-35">
                          <a:effectLst/>
                        </a:rPr>
                        <a:t> </a:t>
                      </a:r>
                      <a:r>
                        <a:rPr lang="en-US" sz="1200">
                          <a:effectLst/>
                        </a:rPr>
                        <a:t>Page</a:t>
                      </a:r>
                      <a:r>
                        <a:rPr lang="en-US" sz="1200" spc="-20">
                          <a:effectLst/>
                        </a:rPr>
                        <a:t> </a:t>
                      </a:r>
                      <a:r>
                        <a:rPr lang="en-US" sz="1200">
                          <a:effectLst/>
                        </a:rPr>
                        <a:t>of</a:t>
                      </a:r>
                      <a:r>
                        <a:rPr lang="en-US" sz="1200" spc="-10">
                          <a:effectLst/>
                        </a:rPr>
                        <a:t> </a:t>
                      </a:r>
                      <a:r>
                        <a:rPr lang="en-US" sz="1200">
                          <a:effectLst/>
                        </a:rPr>
                        <a:t>Project</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a:lnSpc>
                          <a:spcPts val="1375"/>
                        </a:lnSpc>
                      </a:pPr>
                      <a:r>
                        <a:rPr lang="en-US" sz="1200">
                          <a:effectLst/>
                        </a:rPr>
                        <a:t> </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1975879817"/>
                  </a:ext>
                </a:extLst>
              </a:tr>
              <a:tr h="209753">
                <a:tc>
                  <a:txBody>
                    <a:bodyPr/>
                    <a:lstStyle/>
                    <a:p>
                      <a:pPr marL="261620">
                        <a:lnSpc>
                          <a:spcPts val="1325"/>
                        </a:lnSpc>
                      </a:pPr>
                      <a:r>
                        <a:rPr lang="en-US" sz="1200">
                          <a:effectLst/>
                        </a:rPr>
                        <a:t>2</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76835">
                        <a:lnSpc>
                          <a:spcPts val="1325"/>
                        </a:lnSpc>
                      </a:pPr>
                      <a:r>
                        <a:rPr lang="en-US" sz="1200">
                          <a:effectLst/>
                        </a:rPr>
                        <a:t>College</a:t>
                      </a:r>
                      <a:r>
                        <a:rPr lang="en-US" sz="1200" spc="-25">
                          <a:effectLst/>
                        </a:rPr>
                        <a:t> </a:t>
                      </a:r>
                      <a:r>
                        <a:rPr lang="en-US" sz="1200">
                          <a:effectLst/>
                        </a:rPr>
                        <a:t>Certificate</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a:lnSpc>
                          <a:spcPts val="1375"/>
                        </a:lnSpc>
                      </a:pPr>
                      <a:r>
                        <a:rPr lang="en-US" sz="1200">
                          <a:effectLst/>
                        </a:rPr>
                        <a:t> </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4211015278"/>
                  </a:ext>
                </a:extLst>
              </a:tr>
              <a:tr h="209753">
                <a:tc>
                  <a:txBody>
                    <a:bodyPr/>
                    <a:lstStyle/>
                    <a:p>
                      <a:pPr marL="261620">
                        <a:lnSpc>
                          <a:spcPts val="1340"/>
                        </a:lnSpc>
                      </a:pPr>
                      <a:r>
                        <a:rPr lang="en-US" sz="1200">
                          <a:effectLst/>
                        </a:rPr>
                        <a:t>3</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76835">
                        <a:lnSpc>
                          <a:spcPts val="1340"/>
                        </a:lnSpc>
                      </a:pPr>
                      <a:r>
                        <a:rPr lang="en-US" sz="1200">
                          <a:effectLst/>
                        </a:rPr>
                        <a:t>Acknowledgement</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a:lnSpc>
                          <a:spcPts val="1375"/>
                        </a:lnSpc>
                      </a:pPr>
                      <a:r>
                        <a:rPr lang="en-US" sz="1200">
                          <a:effectLst/>
                        </a:rPr>
                        <a:t> </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2157509538"/>
                  </a:ext>
                </a:extLst>
              </a:tr>
              <a:tr h="209753">
                <a:tc>
                  <a:txBody>
                    <a:bodyPr/>
                    <a:lstStyle/>
                    <a:p>
                      <a:pPr marL="261620">
                        <a:lnSpc>
                          <a:spcPts val="1340"/>
                        </a:lnSpc>
                      </a:pPr>
                      <a:r>
                        <a:rPr lang="en-US" sz="1200">
                          <a:effectLst/>
                        </a:rPr>
                        <a:t>4</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76835">
                        <a:lnSpc>
                          <a:spcPts val="1340"/>
                        </a:lnSpc>
                      </a:pPr>
                      <a:r>
                        <a:rPr lang="en-US" sz="1200">
                          <a:effectLst/>
                        </a:rPr>
                        <a:t>Index</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a:lnSpc>
                          <a:spcPts val="1375"/>
                        </a:lnSpc>
                      </a:pPr>
                      <a:r>
                        <a:rPr lang="en-US" sz="1200">
                          <a:effectLst/>
                        </a:rPr>
                        <a:t> </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4102284653"/>
                  </a:ext>
                </a:extLst>
              </a:tr>
              <a:tr h="209753">
                <a:tc>
                  <a:txBody>
                    <a:bodyPr/>
                    <a:lstStyle/>
                    <a:p>
                      <a:pPr marL="261620">
                        <a:lnSpc>
                          <a:spcPts val="1350"/>
                        </a:lnSpc>
                      </a:pPr>
                      <a:r>
                        <a:rPr lang="en-US" sz="1200">
                          <a:effectLst/>
                        </a:rPr>
                        <a:t>5</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76835">
                        <a:lnSpc>
                          <a:spcPts val="1350"/>
                        </a:lnSpc>
                      </a:pPr>
                      <a:r>
                        <a:rPr lang="en-US" sz="1200">
                          <a:effectLst/>
                        </a:rPr>
                        <a:t>Project</a:t>
                      </a:r>
                      <a:r>
                        <a:rPr lang="en-US" sz="1200" spc="-25">
                          <a:effectLst/>
                        </a:rPr>
                        <a:t> </a:t>
                      </a:r>
                      <a:r>
                        <a:rPr lang="en-US" sz="1200">
                          <a:effectLst/>
                        </a:rPr>
                        <a:t>Profile</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4445" algn="ctr">
                        <a:lnSpc>
                          <a:spcPts val="1375"/>
                        </a:lnSpc>
                        <a:spcBef>
                          <a:spcPts val="5"/>
                        </a:spcBef>
                        <a:spcAft>
                          <a:spcPts val="0"/>
                        </a:spcAft>
                      </a:pPr>
                      <a:r>
                        <a:rPr lang="en-US" sz="1200">
                          <a:effectLst/>
                        </a:rPr>
                        <a:t>5</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347466171"/>
                  </a:ext>
                </a:extLst>
              </a:tr>
              <a:tr h="209753">
                <a:tc>
                  <a:txBody>
                    <a:bodyPr/>
                    <a:lstStyle/>
                    <a:p>
                      <a:pPr marL="261620">
                        <a:lnSpc>
                          <a:spcPts val="1340"/>
                        </a:lnSpc>
                      </a:pPr>
                      <a:r>
                        <a:rPr lang="en-US" sz="1200">
                          <a:effectLst/>
                        </a:rPr>
                        <a:t>6</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76835">
                        <a:lnSpc>
                          <a:spcPts val="1340"/>
                        </a:lnSpc>
                      </a:pPr>
                      <a:r>
                        <a:rPr lang="en-US" sz="1200">
                          <a:effectLst/>
                        </a:rPr>
                        <a:t>An</a:t>
                      </a:r>
                      <a:r>
                        <a:rPr lang="en-US" sz="1200" spc="-25">
                          <a:effectLst/>
                        </a:rPr>
                        <a:t> </a:t>
                      </a:r>
                      <a:r>
                        <a:rPr lang="en-US" sz="1200">
                          <a:effectLst/>
                        </a:rPr>
                        <a:t>Existing</a:t>
                      </a:r>
                      <a:r>
                        <a:rPr lang="en-US" sz="1200" spc="-15">
                          <a:effectLst/>
                        </a:rPr>
                        <a:t> </a:t>
                      </a:r>
                      <a:r>
                        <a:rPr lang="en-US" sz="1200">
                          <a:effectLst/>
                        </a:rPr>
                        <a:t>System</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309880" marR="305435" algn="ctr">
                        <a:lnSpc>
                          <a:spcPts val="1375"/>
                        </a:lnSpc>
                        <a:spcAft>
                          <a:spcPts val="0"/>
                        </a:spcAft>
                      </a:pPr>
                      <a:r>
                        <a:rPr lang="en-US" sz="1200">
                          <a:effectLst/>
                        </a:rPr>
                        <a:t>10</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519919083"/>
                  </a:ext>
                </a:extLst>
              </a:tr>
              <a:tr h="209753">
                <a:tc>
                  <a:txBody>
                    <a:bodyPr/>
                    <a:lstStyle/>
                    <a:p>
                      <a:pPr marL="261620">
                        <a:lnSpc>
                          <a:spcPts val="1325"/>
                        </a:lnSpc>
                      </a:pPr>
                      <a:r>
                        <a:rPr lang="en-US" sz="1200">
                          <a:effectLst/>
                        </a:rPr>
                        <a:t>7</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76835">
                        <a:lnSpc>
                          <a:spcPts val="1325"/>
                        </a:lnSpc>
                      </a:pPr>
                      <a:r>
                        <a:rPr lang="en-US" sz="1200">
                          <a:effectLst/>
                        </a:rPr>
                        <a:t>Hardware</a:t>
                      </a:r>
                      <a:r>
                        <a:rPr lang="en-US" sz="1200" spc="-10">
                          <a:effectLst/>
                        </a:rPr>
                        <a:t> </a:t>
                      </a:r>
                      <a:r>
                        <a:rPr lang="en-US" sz="1200">
                          <a:effectLst/>
                        </a:rPr>
                        <a:t>and</a:t>
                      </a:r>
                      <a:r>
                        <a:rPr lang="en-US" sz="1200" spc="-10">
                          <a:effectLst/>
                        </a:rPr>
                        <a:t> </a:t>
                      </a:r>
                      <a:r>
                        <a:rPr lang="en-US" sz="1200">
                          <a:effectLst/>
                        </a:rPr>
                        <a:t>Software</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309880" marR="305435" algn="ctr">
                        <a:lnSpc>
                          <a:spcPts val="1375"/>
                        </a:lnSpc>
                        <a:spcAft>
                          <a:spcPts val="0"/>
                        </a:spcAft>
                      </a:pPr>
                      <a:r>
                        <a:rPr lang="en-US" sz="1200">
                          <a:effectLst/>
                        </a:rPr>
                        <a:t>11</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3929330522"/>
                  </a:ext>
                </a:extLst>
              </a:tr>
              <a:tr h="209753">
                <a:tc>
                  <a:txBody>
                    <a:bodyPr/>
                    <a:lstStyle/>
                    <a:p>
                      <a:pPr marL="261620">
                        <a:lnSpc>
                          <a:spcPts val="1325"/>
                        </a:lnSpc>
                      </a:pPr>
                      <a:r>
                        <a:rPr lang="en-US" sz="1200">
                          <a:effectLst/>
                        </a:rPr>
                        <a:t>8</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76835">
                        <a:lnSpc>
                          <a:spcPts val="1325"/>
                        </a:lnSpc>
                      </a:pPr>
                      <a:r>
                        <a:rPr lang="en-US" sz="1200">
                          <a:effectLst/>
                        </a:rPr>
                        <a:t>Data</a:t>
                      </a:r>
                      <a:r>
                        <a:rPr lang="en-US" sz="1200" spc="-10">
                          <a:effectLst/>
                        </a:rPr>
                        <a:t> </a:t>
                      </a:r>
                      <a:r>
                        <a:rPr lang="en-US" sz="1200">
                          <a:effectLst/>
                        </a:rPr>
                        <a:t>Flow Diagram</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309880" marR="305435" algn="ctr">
                        <a:lnSpc>
                          <a:spcPts val="1375"/>
                        </a:lnSpc>
                        <a:spcAft>
                          <a:spcPts val="0"/>
                        </a:spcAft>
                      </a:pPr>
                      <a:r>
                        <a:rPr lang="en-US" sz="1200">
                          <a:effectLst/>
                        </a:rPr>
                        <a:t>12</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3887220785"/>
                  </a:ext>
                </a:extLst>
              </a:tr>
              <a:tr h="209753">
                <a:tc>
                  <a:txBody>
                    <a:bodyPr/>
                    <a:lstStyle/>
                    <a:p>
                      <a:pPr marL="261620">
                        <a:lnSpc>
                          <a:spcPts val="1330"/>
                        </a:lnSpc>
                      </a:pPr>
                      <a:r>
                        <a:rPr lang="en-US" sz="1200">
                          <a:effectLst/>
                        </a:rPr>
                        <a:t>9</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76835">
                        <a:lnSpc>
                          <a:spcPts val="1330"/>
                        </a:lnSpc>
                      </a:pPr>
                      <a:r>
                        <a:rPr lang="en-US" sz="1200">
                          <a:effectLst/>
                        </a:rPr>
                        <a:t>Database</a:t>
                      </a:r>
                      <a:r>
                        <a:rPr lang="en-US" sz="1200" spc="-10">
                          <a:effectLst/>
                        </a:rPr>
                        <a:t> </a:t>
                      </a:r>
                      <a:r>
                        <a:rPr lang="en-US" sz="1200">
                          <a:effectLst/>
                        </a:rPr>
                        <a:t>Layout</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309880" marR="305435" algn="ctr">
                        <a:lnSpc>
                          <a:spcPts val="1375"/>
                        </a:lnSpc>
                        <a:spcAft>
                          <a:spcPts val="0"/>
                        </a:spcAft>
                      </a:pPr>
                      <a:r>
                        <a:rPr lang="en-US" sz="1200">
                          <a:effectLst/>
                        </a:rPr>
                        <a:t>16</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2202381065"/>
                  </a:ext>
                </a:extLst>
              </a:tr>
              <a:tr h="209753">
                <a:tc>
                  <a:txBody>
                    <a:bodyPr/>
                    <a:lstStyle/>
                    <a:p>
                      <a:pPr marL="220345">
                        <a:lnSpc>
                          <a:spcPts val="1325"/>
                        </a:lnSpc>
                      </a:pPr>
                      <a:r>
                        <a:rPr lang="en-US" sz="1200">
                          <a:effectLst/>
                        </a:rPr>
                        <a:t>10</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76835">
                        <a:lnSpc>
                          <a:spcPts val="1325"/>
                        </a:lnSpc>
                      </a:pPr>
                      <a:r>
                        <a:rPr lang="en-US" sz="1200">
                          <a:effectLst/>
                        </a:rPr>
                        <a:t>Screens</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309880" marR="305435" algn="ctr">
                        <a:lnSpc>
                          <a:spcPts val="1375"/>
                        </a:lnSpc>
                        <a:spcAft>
                          <a:spcPts val="0"/>
                        </a:spcAft>
                      </a:pPr>
                      <a:r>
                        <a:rPr lang="en-US" sz="1200">
                          <a:effectLst/>
                        </a:rPr>
                        <a:t>18</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132278837"/>
                  </a:ext>
                </a:extLst>
              </a:tr>
              <a:tr h="209753">
                <a:tc>
                  <a:txBody>
                    <a:bodyPr/>
                    <a:lstStyle/>
                    <a:p>
                      <a:pPr marL="220345">
                        <a:lnSpc>
                          <a:spcPts val="1340"/>
                        </a:lnSpc>
                      </a:pPr>
                      <a:r>
                        <a:rPr lang="en-US" sz="1200">
                          <a:effectLst/>
                        </a:rPr>
                        <a:t>11</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76835">
                        <a:lnSpc>
                          <a:spcPts val="1340"/>
                        </a:lnSpc>
                      </a:pPr>
                      <a:r>
                        <a:rPr lang="en-US" sz="1200">
                          <a:effectLst/>
                        </a:rPr>
                        <a:t>Limitations</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309880" marR="305435" algn="ctr">
                        <a:lnSpc>
                          <a:spcPts val="1375"/>
                        </a:lnSpc>
                        <a:spcAft>
                          <a:spcPts val="0"/>
                        </a:spcAft>
                      </a:pPr>
                      <a:r>
                        <a:rPr lang="en-US" sz="1200">
                          <a:effectLst/>
                        </a:rPr>
                        <a:t>26</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1189677286"/>
                  </a:ext>
                </a:extLst>
              </a:tr>
              <a:tr h="209753">
                <a:tc>
                  <a:txBody>
                    <a:bodyPr/>
                    <a:lstStyle/>
                    <a:p>
                      <a:pPr marL="220345">
                        <a:lnSpc>
                          <a:spcPts val="1325"/>
                        </a:lnSpc>
                      </a:pPr>
                      <a:r>
                        <a:rPr lang="en-US" sz="1200">
                          <a:effectLst/>
                        </a:rPr>
                        <a:t>12</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76835">
                        <a:lnSpc>
                          <a:spcPts val="1375"/>
                        </a:lnSpc>
                        <a:spcBef>
                          <a:spcPts val="40"/>
                        </a:spcBef>
                        <a:spcAft>
                          <a:spcPts val="0"/>
                        </a:spcAft>
                      </a:pPr>
                      <a:r>
                        <a:rPr lang="en-US" sz="1200">
                          <a:effectLst/>
                        </a:rPr>
                        <a:t>Conclusion</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309880" marR="305435" algn="ctr">
                        <a:lnSpc>
                          <a:spcPts val="1375"/>
                        </a:lnSpc>
                        <a:spcAft>
                          <a:spcPts val="0"/>
                        </a:spcAft>
                      </a:pPr>
                      <a:r>
                        <a:rPr lang="en-US" sz="1200">
                          <a:effectLst/>
                        </a:rPr>
                        <a:t>27</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2755998920"/>
                  </a:ext>
                </a:extLst>
              </a:tr>
              <a:tr h="209753">
                <a:tc>
                  <a:txBody>
                    <a:bodyPr/>
                    <a:lstStyle/>
                    <a:p>
                      <a:pPr marL="220345">
                        <a:lnSpc>
                          <a:spcPts val="1340"/>
                        </a:lnSpc>
                      </a:pPr>
                      <a:r>
                        <a:rPr lang="en-US" sz="1200" dirty="0">
                          <a:effectLst/>
                        </a:rPr>
                        <a:t>13</a:t>
                      </a:r>
                      <a:endParaRPr lang="en-IN" sz="1100" dirty="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76835">
                        <a:lnSpc>
                          <a:spcPts val="1375"/>
                        </a:lnSpc>
                        <a:spcBef>
                          <a:spcPts val="55"/>
                        </a:spcBef>
                        <a:spcAft>
                          <a:spcPts val="0"/>
                        </a:spcAft>
                      </a:pPr>
                      <a:r>
                        <a:rPr lang="en-US" sz="1200" dirty="0">
                          <a:effectLst/>
                        </a:rPr>
                        <a:t>Bibliography</a:t>
                      </a:r>
                      <a:endParaRPr lang="en-IN" sz="1100" dirty="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309880" marR="305435" algn="ctr">
                        <a:lnSpc>
                          <a:spcPts val="1375"/>
                        </a:lnSpc>
                        <a:spcBef>
                          <a:spcPts val="5"/>
                        </a:spcBef>
                        <a:spcAft>
                          <a:spcPts val="0"/>
                        </a:spcAft>
                      </a:pPr>
                      <a:r>
                        <a:rPr lang="en-US" sz="1200" dirty="0">
                          <a:effectLst/>
                        </a:rPr>
                        <a:t>28</a:t>
                      </a:r>
                      <a:endParaRPr lang="en-IN" sz="1100" dirty="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1974143629"/>
                  </a:ext>
                </a:extLst>
              </a:tr>
            </a:tbl>
          </a:graphicData>
        </a:graphic>
      </p:graphicFrame>
    </p:spTree>
    <p:extLst>
      <p:ext uri="{BB962C8B-B14F-4D97-AF65-F5344CB8AC3E}">
        <p14:creationId xmlns:p14="http://schemas.microsoft.com/office/powerpoint/2010/main" val="4207531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A2FD1DA-109E-4AA6-C121-D747E11C9089}"/>
              </a:ext>
            </a:extLst>
          </p:cNvPr>
          <p:cNvSpPr txBox="1"/>
          <p:nvPr/>
        </p:nvSpPr>
        <p:spPr>
          <a:xfrm>
            <a:off x="1043631" y="809898"/>
            <a:ext cx="9942716" cy="1554480"/>
          </a:xfrm>
          <a:prstGeom prst="rect">
            <a:avLst/>
          </a:prstGeom>
        </p:spPr>
        <p:txBody>
          <a:bodyPr vert="horz" lIns="91440" tIns="45720" rIns="91440" bIns="45720" rtlCol="0" anchor="ctr">
            <a:normAutofit/>
          </a:bodyPr>
          <a:lstStyle/>
          <a:p>
            <a:pPr marL="2708275" marR="2658110">
              <a:lnSpc>
                <a:spcPct val="90000"/>
              </a:lnSpc>
              <a:spcBef>
                <a:spcPct val="0"/>
              </a:spcBef>
              <a:spcAft>
                <a:spcPts val="600"/>
              </a:spcAft>
            </a:pPr>
            <a:r>
              <a:rPr lang="en-US" sz="4800" b="1" kern="1200">
                <a:solidFill>
                  <a:schemeClr val="tx1"/>
                </a:solidFill>
                <a:effectLst/>
                <a:latin typeface="+mj-lt"/>
                <a:ea typeface="+mj-ea"/>
                <a:cs typeface="+mj-cs"/>
              </a:rPr>
              <a:t>Project</a:t>
            </a:r>
            <a:r>
              <a:rPr lang="en-US" sz="4800" b="1" kern="1200" spc="-25">
                <a:solidFill>
                  <a:schemeClr val="tx1"/>
                </a:solidFill>
                <a:effectLst/>
                <a:latin typeface="+mj-lt"/>
                <a:ea typeface="+mj-ea"/>
                <a:cs typeface="+mj-cs"/>
              </a:rPr>
              <a:t> </a:t>
            </a:r>
            <a:r>
              <a:rPr lang="en-US" sz="4800" b="1" kern="1200">
                <a:solidFill>
                  <a:schemeClr val="tx1"/>
                </a:solidFill>
                <a:effectLst/>
                <a:latin typeface="+mj-lt"/>
                <a:ea typeface="+mj-ea"/>
                <a:cs typeface="+mj-cs"/>
              </a:rPr>
              <a:t>Profile</a:t>
            </a:r>
          </a:p>
        </p:txBody>
      </p:sp>
      <p:sp>
        <p:nvSpPr>
          <p:cNvPr id="3" name="TextBox 2">
            <a:extLst>
              <a:ext uri="{FF2B5EF4-FFF2-40B4-BE49-F238E27FC236}">
                <a16:creationId xmlns:a16="http://schemas.microsoft.com/office/drawing/2014/main" id="{6479D859-4864-9B69-7F62-84C8DF690CA8}"/>
              </a:ext>
            </a:extLst>
          </p:cNvPr>
          <p:cNvSpPr txBox="1"/>
          <p:nvPr/>
        </p:nvSpPr>
        <p:spPr>
          <a:xfrm>
            <a:off x="1045028" y="3017521"/>
            <a:ext cx="9941319" cy="3324095"/>
          </a:xfrm>
          <a:prstGeom prst="rect">
            <a:avLst/>
          </a:prstGeom>
        </p:spPr>
        <p:txBody>
          <a:bodyPr vert="horz" lIns="91440" tIns="45720" rIns="91440" bIns="45720" rtlCol="0" anchor="ctr">
            <a:normAutofit fontScale="92500" lnSpcReduction="10000"/>
          </a:bodyPr>
          <a:lstStyle/>
          <a:p>
            <a:pPr indent="-228600">
              <a:lnSpc>
                <a:spcPct val="90000"/>
              </a:lnSpc>
              <a:buFont typeface="Arial" panose="020B0604020202020204" pitchFamily="34" charset="0"/>
              <a:buChar char="•"/>
            </a:pPr>
            <a:r>
              <a:rPr lang="en-US" sz="1400" dirty="0">
                <a:effectLst/>
              </a:rPr>
              <a:t>As</a:t>
            </a:r>
            <a:r>
              <a:rPr lang="en-US" sz="1400" spc="-40" dirty="0">
                <a:effectLst/>
              </a:rPr>
              <a:t> </a:t>
            </a:r>
            <a:r>
              <a:rPr lang="en-US" sz="1400" dirty="0">
                <a:effectLst/>
              </a:rPr>
              <a:t>the</a:t>
            </a:r>
            <a:r>
              <a:rPr lang="en-US" sz="1400" spc="-35" dirty="0">
                <a:effectLst/>
              </a:rPr>
              <a:t> </a:t>
            </a:r>
            <a:r>
              <a:rPr lang="en-US" sz="1400" dirty="0">
                <a:effectLst/>
              </a:rPr>
              <a:t>modern</a:t>
            </a:r>
            <a:r>
              <a:rPr lang="en-US" sz="1400" spc="-35" dirty="0">
                <a:effectLst/>
              </a:rPr>
              <a:t> </a:t>
            </a:r>
            <a:r>
              <a:rPr lang="en-US" sz="1400" dirty="0">
                <a:effectLst/>
              </a:rPr>
              <a:t>organizations</a:t>
            </a:r>
            <a:r>
              <a:rPr lang="en-US" sz="1400" spc="-30" dirty="0">
                <a:effectLst/>
              </a:rPr>
              <a:t> </a:t>
            </a:r>
            <a:r>
              <a:rPr lang="en-US" sz="1400" dirty="0">
                <a:effectLst/>
              </a:rPr>
              <a:t>are</a:t>
            </a:r>
            <a:r>
              <a:rPr lang="en-US" sz="1400" spc="-45" dirty="0">
                <a:effectLst/>
              </a:rPr>
              <a:t> </a:t>
            </a:r>
            <a:r>
              <a:rPr lang="en-US" sz="1400" dirty="0">
                <a:effectLst/>
              </a:rPr>
              <a:t>automated</a:t>
            </a:r>
            <a:r>
              <a:rPr lang="en-US" sz="1400" spc="-35" dirty="0">
                <a:effectLst/>
              </a:rPr>
              <a:t> </a:t>
            </a:r>
            <a:r>
              <a:rPr lang="en-US" sz="1400" dirty="0">
                <a:effectLst/>
              </a:rPr>
              <a:t>and</a:t>
            </a:r>
            <a:r>
              <a:rPr lang="en-US" sz="1400" spc="-35" dirty="0">
                <a:effectLst/>
              </a:rPr>
              <a:t> </a:t>
            </a:r>
            <a:r>
              <a:rPr lang="en-US" sz="1400" dirty="0">
                <a:effectLst/>
              </a:rPr>
              <a:t>computers</a:t>
            </a:r>
            <a:r>
              <a:rPr lang="en-US" sz="1400" spc="-35" dirty="0">
                <a:effectLst/>
              </a:rPr>
              <a:t> </a:t>
            </a:r>
            <a:r>
              <a:rPr lang="en-US" sz="1400" dirty="0">
                <a:effectLst/>
              </a:rPr>
              <a:t>are</a:t>
            </a:r>
            <a:r>
              <a:rPr lang="en-US" sz="1400" spc="-40" dirty="0">
                <a:effectLst/>
              </a:rPr>
              <a:t> </a:t>
            </a:r>
            <a:r>
              <a:rPr lang="en-US" sz="1400" dirty="0">
                <a:effectLst/>
              </a:rPr>
              <a:t>working</a:t>
            </a:r>
            <a:r>
              <a:rPr lang="en-US" sz="1400" spc="-35" dirty="0">
                <a:effectLst/>
              </a:rPr>
              <a:t> </a:t>
            </a:r>
            <a:r>
              <a:rPr lang="en-US" sz="1400" dirty="0">
                <a:effectLst/>
              </a:rPr>
              <a:t>as</a:t>
            </a:r>
            <a:r>
              <a:rPr lang="en-US" sz="1400" spc="-30" dirty="0">
                <a:effectLst/>
              </a:rPr>
              <a:t> </a:t>
            </a:r>
            <a:r>
              <a:rPr lang="en-US" sz="1400" dirty="0">
                <a:effectLst/>
              </a:rPr>
              <a:t>per</a:t>
            </a:r>
            <a:r>
              <a:rPr lang="en-US" sz="1400" spc="-40" dirty="0">
                <a:effectLst/>
              </a:rPr>
              <a:t> </a:t>
            </a:r>
            <a:r>
              <a:rPr lang="en-US" sz="1400" dirty="0">
                <a:effectLst/>
              </a:rPr>
              <a:t>the</a:t>
            </a:r>
            <a:r>
              <a:rPr lang="en-US" sz="1400" spc="-35" dirty="0">
                <a:effectLst/>
              </a:rPr>
              <a:t> </a:t>
            </a:r>
            <a:r>
              <a:rPr lang="en-US" sz="1400" dirty="0">
                <a:effectLst/>
              </a:rPr>
              <a:t>instructions,</a:t>
            </a:r>
            <a:r>
              <a:rPr lang="en-US" sz="1400" spc="-290" dirty="0">
                <a:effectLst/>
              </a:rPr>
              <a:t> </a:t>
            </a:r>
            <a:r>
              <a:rPr lang="en-US" sz="1400" dirty="0">
                <a:effectLst/>
              </a:rPr>
              <a:t>it becomes essential for the coordination of human beings, commodity and computers in a</a:t>
            </a:r>
            <a:r>
              <a:rPr lang="en-US" sz="1400" spc="5" dirty="0">
                <a:effectLst/>
              </a:rPr>
              <a:t> </a:t>
            </a:r>
            <a:r>
              <a:rPr lang="en-US" sz="1400" dirty="0">
                <a:effectLst/>
              </a:rPr>
              <a:t>modern organization. This System helps to Request for the Require Item In the Company.</a:t>
            </a:r>
          </a:p>
          <a:p>
            <a:pPr>
              <a:lnSpc>
                <a:spcPct val="90000"/>
              </a:lnSpc>
            </a:pPr>
            <a:endParaRPr lang="en-US" sz="1400" dirty="0"/>
          </a:p>
          <a:p>
            <a:pPr indent="-228600">
              <a:lnSpc>
                <a:spcPct val="90000"/>
              </a:lnSpc>
              <a:buFont typeface="Arial" panose="020B0604020202020204" pitchFamily="34" charset="0"/>
              <a:buChar char="•"/>
            </a:pPr>
            <a:r>
              <a:rPr lang="en-US" sz="1400" dirty="0">
                <a:effectLst/>
              </a:rPr>
              <a:t>Indent Slip Web</a:t>
            </a:r>
            <a:r>
              <a:rPr lang="en-US" sz="1400" spc="20" dirty="0">
                <a:effectLst/>
              </a:rPr>
              <a:t> </a:t>
            </a:r>
            <a:r>
              <a:rPr lang="en-US" sz="1400" dirty="0">
                <a:effectLst/>
              </a:rPr>
              <a:t>is</a:t>
            </a:r>
            <a:r>
              <a:rPr lang="en-US" sz="1400" spc="15" dirty="0">
                <a:effectLst/>
              </a:rPr>
              <a:t> </a:t>
            </a:r>
            <a:r>
              <a:rPr lang="en-US" sz="1400" dirty="0">
                <a:effectLst/>
              </a:rPr>
              <a:t>as</a:t>
            </a:r>
            <a:r>
              <a:rPr lang="en-US" sz="1400" spc="20" dirty="0">
                <a:effectLst/>
              </a:rPr>
              <a:t> </a:t>
            </a:r>
            <a:r>
              <a:rPr lang="en-US" sz="1400" dirty="0">
                <a:effectLst/>
              </a:rPr>
              <a:t>Web-site</a:t>
            </a:r>
            <a:r>
              <a:rPr lang="en-US" sz="1400" spc="10" dirty="0">
                <a:effectLst/>
              </a:rPr>
              <a:t> </a:t>
            </a:r>
            <a:r>
              <a:rPr lang="en-US" sz="1400" dirty="0">
                <a:effectLst/>
              </a:rPr>
              <a:t>used</a:t>
            </a:r>
            <a:r>
              <a:rPr lang="en-US" sz="1400" spc="15" dirty="0">
                <a:effectLst/>
              </a:rPr>
              <a:t> </a:t>
            </a:r>
            <a:r>
              <a:rPr lang="en-US" sz="1400" dirty="0">
                <a:effectLst/>
              </a:rPr>
              <a:t>by</a:t>
            </a:r>
            <a:r>
              <a:rPr lang="en-US" sz="1400" spc="25" dirty="0">
                <a:effectLst/>
              </a:rPr>
              <a:t> Internet in </a:t>
            </a:r>
            <a:r>
              <a:rPr lang="en-US" sz="1400" dirty="0">
                <a:effectLst/>
              </a:rPr>
              <a:t>local</a:t>
            </a:r>
            <a:r>
              <a:rPr lang="en-US" sz="1400" spc="20" dirty="0">
                <a:effectLst/>
              </a:rPr>
              <a:t> </a:t>
            </a:r>
            <a:r>
              <a:rPr lang="en-US" sz="1400" dirty="0">
                <a:effectLst/>
              </a:rPr>
              <a:t>computer</a:t>
            </a:r>
            <a:r>
              <a:rPr lang="en-US" sz="1400" spc="25" dirty="0">
                <a:effectLst/>
              </a:rPr>
              <a:t> </a:t>
            </a:r>
            <a:r>
              <a:rPr lang="en-US" sz="1400" dirty="0">
                <a:effectLst/>
              </a:rPr>
              <a:t>for</a:t>
            </a:r>
            <a:r>
              <a:rPr lang="en-US" sz="1400" spc="20" dirty="0">
                <a:effectLst/>
              </a:rPr>
              <a:t> </a:t>
            </a:r>
            <a:r>
              <a:rPr lang="en-US" sz="1400" dirty="0">
                <a:effectLst/>
              </a:rPr>
              <a:t>Requesting The Needed Item</a:t>
            </a:r>
            <a:r>
              <a:rPr lang="en-US" sz="1400" spc="-285" dirty="0">
                <a:effectLst/>
              </a:rPr>
              <a:t>                           </a:t>
            </a:r>
            <a:r>
              <a:rPr lang="en-US" sz="1400" dirty="0">
                <a:effectLst/>
              </a:rPr>
              <a:t>. </a:t>
            </a:r>
          </a:p>
          <a:p>
            <a:pPr indent="-228600">
              <a:lnSpc>
                <a:spcPct val="90000"/>
              </a:lnSpc>
              <a:buFont typeface="Arial" panose="020B0604020202020204" pitchFamily="34" charset="0"/>
              <a:buChar char="•"/>
            </a:pPr>
            <a:endParaRPr lang="en-US" sz="1400" dirty="0"/>
          </a:p>
          <a:p>
            <a:pPr indent="-228600">
              <a:lnSpc>
                <a:spcPct val="90000"/>
              </a:lnSpc>
              <a:buFont typeface="Arial" panose="020B0604020202020204" pitchFamily="34" charset="0"/>
              <a:buChar char="•"/>
            </a:pPr>
            <a:r>
              <a:rPr lang="en-US" sz="1400" dirty="0">
                <a:effectLst/>
              </a:rPr>
              <a:t>This Web-site helps to Request Item Online And promote usage of digital technology in daily life. </a:t>
            </a:r>
          </a:p>
          <a:p>
            <a:pPr indent="-228600">
              <a:lnSpc>
                <a:spcPct val="90000"/>
              </a:lnSpc>
              <a:buFont typeface="Arial" panose="020B0604020202020204" pitchFamily="34" charset="0"/>
              <a:buChar char="•"/>
            </a:pPr>
            <a:endParaRPr lang="en-US" sz="1400" dirty="0"/>
          </a:p>
          <a:p>
            <a:pPr indent="-228600">
              <a:lnSpc>
                <a:spcPct val="90000"/>
              </a:lnSpc>
              <a:buFont typeface="Arial" panose="020B0604020202020204" pitchFamily="34" charset="0"/>
              <a:buChar char="•"/>
            </a:pPr>
            <a:r>
              <a:rPr lang="en-US" sz="1400" dirty="0">
                <a:effectLst/>
              </a:rPr>
              <a:t>According</a:t>
            </a:r>
            <a:r>
              <a:rPr lang="en-US" sz="1400" spc="205" dirty="0">
                <a:effectLst/>
              </a:rPr>
              <a:t> </a:t>
            </a:r>
            <a:r>
              <a:rPr lang="en-US" sz="1400" dirty="0">
                <a:effectLst/>
              </a:rPr>
              <a:t>to</a:t>
            </a:r>
            <a:r>
              <a:rPr lang="en-US" sz="1400" spc="215" dirty="0">
                <a:effectLst/>
              </a:rPr>
              <a:t> </a:t>
            </a:r>
            <a:r>
              <a:rPr lang="en-US" sz="1400" dirty="0">
                <a:effectLst/>
              </a:rPr>
              <a:t>the</a:t>
            </a:r>
            <a:r>
              <a:rPr lang="en-US" sz="1400" spc="205" dirty="0">
                <a:effectLst/>
              </a:rPr>
              <a:t> </a:t>
            </a:r>
            <a:r>
              <a:rPr lang="en-US" sz="1400" dirty="0">
                <a:effectLst/>
              </a:rPr>
              <a:t>Modules</a:t>
            </a:r>
            <a:r>
              <a:rPr lang="en-US" sz="1400" spc="215" dirty="0">
                <a:effectLst/>
              </a:rPr>
              <a:t> </a:t>
            </a:r>
            <a:r>
              <a:rPr lang="en-US" sz="1400" dirty="0">
                <a:effectLst/>
              </a:rPr>
              <a:t>the</a:t>
            </a:r>
            <a:r>
              <a:rPr lang="en-US" sz="1400" spc="210" dirty="0">
                <a:effectLst/>
              </a:rPr>
              <a:t> Employee </a:t>
            </a:r>
            <a:r>
              <a:rPr lang="en-US" sz="1400" dirty="0">
                <a:effectLst/>
              </a:rPr>
              <a:t>and</a:t>
            </a:r>
            <a:r>
              <a:rPr lang="en-US" sz="1400" spc="220" dirty="0">
                <a:effectLst/>
              </a:rPr>
              <a:t> Manager(Admin) </a:t>
            </a:r>
            <a:r>
              <a:rPr lang="en-US" sz="1400" dirty="0">
                <a:effectLst/>
              </a:rPr>
              <a:t>do</a:t>
            </a:r>
            <a:r>
              <a:rPr lang="en-US" sz="1400" spc="210" dirty="0">
                <a:effectLst/>
              </a:rPr>
              <a:t> </a:t>
            </a:r>
            <a:r>
              <a:rPr lang="en-US" sz="1400" dirty="0">
                <a:effectLst/>
              </a:rPr>
              <a:t>their</a:t>
            </a:r>
            <a:r>
              <a:rPr lang="en-US" sz="1400" spc="-285" dirty="0">
                <a:effectLst/>
              </a:rPr>
              <a:t>                 </a:t>
            </a:r>
            <a:r>
              <a:rPr lang="en-US" sz="1400" dirty="0">
                <a:effectLst/>
              </a:rPr>
              <a:t>activities</a:t>
            </a:r>
            <a:r>
              <a:rPr lang="en-US" sz="1400" spc="-5" dirty="0">
                <a:effectLst/>
              </a:rPr>
              <a:t> </a:t>
            </a:r>
            <a:r>
              <a:rPr lang="en-US" sz="1400" dirty="0">
                <a:effectLst/>
              </a:rPr>
              <a:t>in easy manner.</a:t>
            </a:r>
          </a:p>
          <a:p>
            <a:pPr indent="-228600">
              <a:lnSpc>
                <a:spcPct val="90000"/>
              </a:lnSpc>
              <a:buFont typeface="Arial" panose="020B0604020202020204" pitchFamily="34" charset="0"/>
              <a:buChar char="•"/>
            </a:pPr>
            <a:endParaRPr lang="en-US" sz="1400" dirty="0">
              <a:effectLst/>
            </a:endParaRPr>
          </a:p>
          <a:p>
            <a:pPr indent="-228600">
              <a:lnSpc>
                <a:spcPct val="90000"/>
              </a:lnSpc>
              <a:buFont typeface="Arial" panose="020B0604020202020204" pitchFamily="34" charset="0"/>
              <a:buChar char="•"/>
            </a:pPr>
            <a:r>
              <a:rPr lang="en-US" sz="1400" dirty="0">
                <a:effectLst/>
              </a:rPr>
              <a:t>The Indent Slip Web is a comprehensive Web solution designed to</a:t>
            </a:r>
            <a:r>
              <a:rPr lang="en-US" sz="1400" spc="5" dirty="0">
                <a:effectLst/>
              </a:rPr>
              <a:t> </a:t>
            </a:r>
            <a:r>
              <a:rPr lang="en-US" sz="1400" spc="-5" dirty="0">
                <a:effectLst/>
              </a:rPr>
              <a:t>automate</a:t>
            </a:r>
            <a:r>
              <a:rPr lang="en-US" sz="1400" spc="-75" dirty="0">
                <a:effectLst/>
              </a:rPr>
              <a:t> </a:t>
            </a:r>
            <a:r>
              <a:rPr lang="en-US" sz="1400" spc="-5" dirty="0">
                <a:effectLst/>
              </a:rPr>
              <a:t>and</a:t>
            </a:r>
            <a:r>
              <a:rPr lang="en-US" sz="1400" spc="-70" dirty="0">
                <a:effectLst/>
              </a:rPr>
              <a:t> </a:t>
            </a:r>
            <a:r>
              <a:rPr lang="en-US" sz="1400" spc="-5" dirty="0">
                <a:effectLst/>
              </a:rPr>
              <a:t>streamline</a:t>
            </a:r>
            <a:r>
              <a:rPr lang="en-US" sz="1400" spc="-75" dirty="0">
                <a:effectLst/>
              </a:rPr>
              <a:t> </a:t>
            </a:r>
            <a:r>
              <a:rPr lang="en-US" sz="1400" dirty="0">
                <a:effectLst/>
              </a:rPr>
              <a:t>Request and Get</a:t>
            </a:r>
            <a:r>
              <a:rPr lang="en-US" sz="1400" spc="-75" dirty="0">
                <a:effectLst/>
              </a:rPr>
              <a:t> </a:t>
            </a:r>
            <a:r>
              <a:rPr lang="en-US" sz="1400" dirty="0">
                <a:effectLst/>
              </a:rPr>
              <a:t>Item.</a:t>
            </a:r>
            <a:r>
              <a:rPr lang="en-US" sz="1400" spc="-55" dirty="0">
                <a:effectLst/>
              </a:rPr>
              <a:t> </a:t>
            </a:r>
            <a:r>
              <a:rPr lang="en-US" sz="1400" dirty="0">
                <a:effectLst/>
              </a:rPr>
              <a:t>It</a:t>
            </a:r>
            <a:r>
              <a:rPr lang="en-US" sz="1400" spc="-70" dirty="0">
                <a:effectLst/>
              </a:rPr>
              <a:t> </a:t>
            </a:r>
            <a:r>
              <a:rPr lang="en-US" sz="1400" dirty="0">
                <a:effectLst/>
              </a:rPr>
              <a:t>enables</a:t>
            </a:r>
            <a:r>
              <a:rPr lang="en-US" sz="1400" spc="-70" dirty="0">
                <a:effectLst/>
              </a:rPr>
              <a:t> </a:t>
            </a:r>
            <a:r>
              <a:rPr lang="en-US" sz="1400" dirty="0">
                <a:effectLst/>
              </a:rPr>
              <a:t>efficient</a:t>
            </a:r>
            <a:r>
              <a:rPr lang="en-US" sz="1400" spc="-75" dirty="0">
                <a:effectLst/>
              </a:rPr>
              <a:t> </a:t>
            </a:r>
            <a:r>
              <a:rPr lang="en-US" sz="1400" dirty="0">
                <a:effectLst/>
              </a:rPr>
              <a:t>management</a:t>
            </a:r>
            <a:r>
              <a:rPr lang="en-US" sz="1400" spc="-55" dirty="0">
                <a:effectLst/>
              </a:rPr>
              <a:t> </a:t>
            </a:r>
            <a:r>
              <a:rPr lang="en-US" sz="1400" dirty="0">
                <a:effectLst/>
              </a:rPr>
              <a:t>of Required </a:t>
            </a:r>
            <a:r>
              <a:rPr lang="en-US" sz="1400" dirty="0"/>
              <a:t>  </a:t>
            </a:r>
            <a:r>
              <a:rPr lang="en-US" sz="1400" dirty="0">
                <a:effectLst/>
              </a:rPr>
              <a:t>Item in The each  Department.</a:t>
            </a:r>
          </a:p>
          <a:p>
            <a:pPr indent="-228600">
              <a:lnSpc>
                <a:spcPct val="90000"/>
              </a:lnSpc>
              <a:buFont typeface="Arial" panose="020B0604020202020204" pitchFamily="34" charset="0"/>
              <a:buChar char="•"/>
            </a:pPr>
            <a:endParaRPr lang="en-US" sz="1400" dirty="0">
              <a:effectLst/>
            </a:endParaRPr>
          </a:p>
          <a:p>
            <a:pPr indent="-228600">
              <a:lnSpc>
                <a:spcPct val="90000"/>
              </a:lnSpc>
              <a:buFont typeface="Arial" panose="020B0604020202020204" pitchFamily="34" charset="0"/>
              <a:buChar char="•"/>
            </a:pPr>
            <a:r>
              <a:rPr lang="en-US" sz="1400" dirty="0">
                <a:effectLst/>
              </a:rPr>
              <a:t> The</a:t>
            </a:r>
            <a:r>
              <a:rPr lang="en-US" sz="1400" spc="35" dirty="0">
                <a:effectLst/>
              </a:rPr>
              <a:t> </a:t>
            </a:r>
            <a:r>
              <a:rPr lang="en-US" sz="1400" dirty="0">
                <a:effectLst/>
              </a:rPr>
              <a:t>system</a:t>
            </a:r>
            <a:r>
              <a:rPr lang="en-US" sz="1400" spc="40" dirty="0">
                <a:effectLst/>
              </a:rPr>
              <a:t> </a:t>
            </a:r>
            <a:r>
              <a:rPr lang="en-US" sz="1400" dirty="0">
                <a:effectLst/>
              </a:rPr>
              <a:t>facilitates</a:t>
            </a:r>
            <a:r>
              <a:rPr lang="en-US" sz="1400" spc="40" dirty="0">
                <a:effectLst/>
              </a:rPr>
              <a:t> </a:t>
            </a:r>
            <a:r>
              <a:rPr lang="en-US" sz="1400" dirty="0">
                <a:effectLst/>
              </a:rPr>
              <a:t>easy</a:t>
            </a:r>
            <a:r>
              <a:rPr lang="en-US" sz="1400" spc="40" dirty="0">
                <a:effectLst/>
              </a:rPr>
              <a:t> </a:t>
            </a:r>
            <a:r>
              <a:rPr lang="en-US" sz="1400" dirty="0">
                <a:effectLst/>
              </a:rPr>
              <a:t>tracking</a:t>
            </a:r>
            <a:r>
              <a:rPr lang="en-US" sz="1400" spc="40" dirty="0">
                <a:effectLst/>
              </a:rPr>
              <a:t> </a:t>
            </a:r>
            <a:r>
              <a:rPr lang="en-US" sz="1400" dirty="0">
                <a:effectLst/>
              </a:rPr>
              <a:t>of</a:t>
            </a:r>
            <a:r>
              <a:rPr lang="en-US" sz="1400" spc="35" dirty="0">
                <a:effectLst/>
              </a:rPr>
              <a:t> Required </a:t>
            </a:r>
            <a:r>
              <a:rPr lang="en-US" sz="1400" dirty="0">
                <a:effectLst/>
              </a:rPr>
              <a:t>Item</a:t>
            </a:r>
            <a:r>
              <a:rPr lang="en-US" sz="1400" spc="45" dirty="0">
                <a:effectLst/>
              </a:rPr>
              <a:t> </a:t>
            </a:r>
            <a:r>
              <a:rPr lang="en-US" sz="1400" dirty="0">
                <a:effectLst/>
              </a:rPr>
              <a:t>resources</a:t>
            </a:r>
            <a:r>
              <a:rPr lang="en-US" sz="1400" spc="65" dirty="0">
                <a:effectLst/>
              </a:rPr>
              <a:t> </a:t>
            </a:r>
            <a:r>
              <a:rPr lang="en-US" sz="1400" dirty="0">
                <a:effectLst/>
              </a:rPr>
              <a:t>and</a:t>
            </a:r>
            <a:r>
              <a:rPr lang="en-US" sz="1400" spc="40" dirty="0">
                <a:effectLst/>
              </a:rPr>
              <a:t> </a:t>
            </a:r>
            <a:r>
              <a:rPr lang="en-US" sz="1400" dirty="0">
                <a:effectLst/>
              </a:rPr>
              <a:t>provides</a:t>
            </a:r>
            <a:r>
              <a:rPr lang="en-US" sz="1400" spc="40" dirty="0">
                <a:effectLst/>
              </a:rPr>
              <a:t> </a:t>
            </a:r>
            <a:r>
              <a:rPr lang="en-US" sz="1400" dirty="0">
                <a:effectLst/>
              </a:rPr>
              <a:t>robust</a:t>
            </a:r>
            <a:r>
              <a:rPr lang="en-US" sz="1400" spc="40" dirty="0">
                <a:effectLst/>
              </a:rPr>
              <a:t> </a:t>
            </a:r>
            <a:r>
              <a:rPr lang="en-US" sz="1400" dirty="0">
                <a:effectLst/>
              </a:rPr>
              <a:t>reporting</a:t>
            </a:r>
            <a:r>
              <a:rPr lang="en-US" sz="1400" spc="-285" dirty="0">
                <a:effectLst/>
              </a:rPr>
              <a:t> </a:t>
            </a:r>
            <a:r>
              <a:rPr lang="en-US" sz="1400" dirty="0">
                <a:effectLst/>
              </a:rPr>
              <a:t>capabilities</a:t>
            </a:r>
            <a:r>
              <a:rPr lang="en-US" sz="1400" spc="-5" dirty="0">
                <a:effectLst/>
              </a:rPr>
              <a:t> </a:t>
            </a:r>
            <a:r>
              <a:rPr lang="en-US" sz="1400" dirty="0">
                <a:effectLst/>
              </a:rPr>
              <a:t>for Managers.</a:t>
            </a:r>
          </a:p>
          <a:p>
            <a:pPr indent="-228600">
              <a:lnSpc>
                <a:spcPct val="90000"/>
              </a:lnSpc>
              <a:buFont typeface="Arial" panose="020B0604020202020204" pitchFamily="34" charset="0"/>
              <a:buChar char="•"/>
            </a:pPr>
            <a:endParaRPr lang="en-US" sz="1400" dirty="0">
              <a:effectLst/>
            </a:endParaRPr>
          </a:p>
          <a:p>
            <a:pPr indent="-228600">
              <a:lnSpc>
                <a:spcPct val="90000"/>
              </a:lnSpc>
              <a:buFont typeface="Arial" panose="020B0604020202020204" pitchFamily="34" charset="0"/>
              <a:buChar char="•"/>
            </a:pPr>
            <a:r>
              <a:rPr lang="en-US" sz="1400" dirty="0">
                <a:effectLst/>
              </a:rPr>
              <a:t> The</a:t>
            </a:r>
            <a:r>
              <a:rPr lang="en-US" sz="1400" spc="-60" dirty="0">
                <a:effectLst/>
              </a:rPr>
              <a:t> </a:t>
            </a:r>
            <a:r>
              <a:rPr lang="en-US" sz="1400" dirty="0">
                <a:effectLst/>
              </a:rPr>
              <a:t>proposed</a:t>
            </a:r>
            <a:r>
              <a:rPr lang="en-US" sz="1400" spc="-55" dirty="0">
                <a:effectLst/>
              </a:rPr>
              <a:t> </a:t>
            </a:r>
            <a:r>
              <a:rPr lang="en-US" sz="1400" dirty="0">
                <a:effectLst/>
              </a:rPr>
              <a:t>system</a:t>
            </a:r>
            <a:r>
              <a:rPr lang="en-US" sz="1400" spc="-55" dirty="0">
                <a:effectLst/>
              </a:rPr>
              <a:t> </a:t>
            </a:r>
            <a:r>
              <a:rPr lang="en-US" sz="1400" dirty="0">
                <a:effectLst/>
              </a:rPr>
              <a:t>is</a:t>
            </a:r>
            <a:r>
              <a:rPr lang="en-US" sz="1400" spc="-40" dirty="0">
                <a:effectLst/>
              </a:rPr>
              <a:t> </a:t>
            </a:r>
            <a:r>
              <a:rPr lang="en-US" sz="1400" dirty="0">
                <a:effectLst/>
              </a:rPr>
              <a:t>for</a:t>
            </a:r>
            <a:r>
              <a:rPr lang="en-US" sz="1400" spc="-55" dirty="0">
                <a:effectLst/>
              </a:rPr>
              <a:t> </a:t>
            </a:r>
            <a:r>
              <a:rPr lang="en-US" sz="1400" dirty="0">
                <a:effectLst/>
              </a:rPr>
              <a:t>Making</a:t>
            </a:r>
            <a:r>
              <a:rPr lang="en-US" sz="1400" spc="-55" dirty="0">
                <a:effectLst/>
              </a:rPr>
              <a:t> </a:t>
            </a:r>
            <a:r>
              <a:rPr lang="en-US" sz="1400" dirty="0">
                <a:effectLst/>
              </a:rPr>
              <a:t>easier</a:t>
            </a:r>
            <a:r>
              <a:rPr lang="en-US" sz="1400" spc="-60" dirty="0">
                <a:effectLst/>
              </a:rPr>
              <a:t> </a:t>
            </a:r>
            <a:r>
              <a:rPr lang="en-US" sz="1400" dirty="0">
                <a:effectLst/>
              </a:rPr>
              <a:t>to</a:t>
            </a:r>
            <a:r>
              <a:rPr lang="en-US" sz="1400" spc="-55" dirty="0">
                <a:effectLst/>
              </a:rPr>
              <a:t> </a:t>
            </a:r>
            <a:r>
              <a:rPr lang="en-US" sz="1400" dirty="0">
                <a:effectLst/>
              </a:rPr>
              <a:t>manage</a:t>
            </a:r>
            <a:r>
              <a:rPr lang="en-US" sz="1400" spc="-50" dirty="0">
                <a:effectLst/>
              </a:rPr>
              <a:t> </a:t>
            </a:r>
            <a:r>
              <a:rPr lang="en-US" sz="1400" dirty="0">
                <a:effectLst/>
              </a:rPr>
              <a:t>Required Item in Each Department.</a:t>
            </a:r>
            <a:r>
              <a:rPr lang="en-US" sz="1400" spc="-50" dirty="0">
                <a:effectLst/>
              </a:rPr>
              <a:t> </a:t>
            </a:r>
            <a:r>
              <a:rPr lang="en-US" sz="1400" dirty="0">
                <a:effectLst/>
              </a:rPr>
              <a:t>So,</a:t>
            </a:r>
            <a:r>
              <a:rPr lang="en-US" sz="1400" spc="-50" dirty="0">
                <a:effectLst/>
              </a:rPr>
              <a:t> </a:t>
            </a:r>
            <a:r>
              <a:rPr lang="en-US" sz="1400" dirty="0">
                <a:effectLst/>
              </a:rPr>
              <a:t>this</a:t>
            </a:r>
            <a:r>
              <a:rPr lang="en-US" sz="1400" spc="-290" dirty="0">
                <a:effectLst/>
              </a:rPr>
              <a:t>                      </a:t>
            </a:r>
            <a:r>
              <a:rPr lang="en-US" sz="1400" dirty="0">
                <a:effectLst/>
              </a:rPr>
              <a:t>will</a:t>
            </a:r>
            <a:r>
              <a:rPr lang="en-US" sz="1400" spc="-15" dirty="0">
                <a:effectLst/>
              </a:rPr>
              <a:t> </a:t>
            </a:r>
            <a:r>
              <a:rPr lang="en-US" sz="1400" dirty="0">
                <a:effectLst/>
              </a:rPr>
              <a:t>be</a:t>
            </a:r>
            <a:r>
              <a:rPr lang="en-US" sz="1400" spc="-20" dirty="0">
                <a:effectLst/>
              </a:rPr>
              <a:t> </a:t>
            </a:r>
            <a:r>
              <a:rPr lang="en-US" sz="1400" dirty="0">
                <a:effectLst/>
              </a:rPr>
              <a:t>developed</a:t>
            </a:r>
            <a:r>
              <a:rPr lang="en-US" sz="1400" spc="-10" dirty="0">
                <a:effectLst/>
              </a:rPr>
              <a:t> </a:t>
            </a:r>
            <a:r>
              <a:rPr lang="en-US" sz="1400" dirty="0">
                <a:effectLst/>
              </a:rPr>
              <a:t>for</a:t>
            </a:r>
            <a:r>
              <a:rPr lang="en-US" sz="1400" spc="-20" dirty="0">
                <a:effectLst/>
              </a:rPr>
              <a:t> </a:t>
            </a:r>
            <a:r>
              <a:rPr lang="en-US" sz="1400" dirty="0">
                <a:effectLst/>
              </a:rPr>
              <a:t>Easy Managing for Employee’s Item Request.</a:t>
            </a:r>
            <a:r>
              <a:rPr lang="en-US" sz="1400" spc="-10" dirty="0">
                <a:effectLst/>
              </a:rPr>
              <a:t> </a:t>
            </a:r>
            <a:r>
              <a:rPr lang="en-US" sz="1400" dirty="0">
                <a:effectLst/>
              </a:rPr>
              <a:t>The</a:t>
            </a:r>
            <a:r>
              <a:rPr lang="en-US" sz="1400" spc="-20" dirty="0">
                <a:effectLst/>
              </a:rPr>
              <a:t> </a:t>
            </a:r>
            <a:r>
              <a:rPr lang="en-US" sz="1400" dirty="0">
                <a:effectLst/>
              </a:rPr>
              <a:t>overall</a:t>
            </a:r>
            <a:r>
              <a:rPr lang="en-US" sz="1400" spc="-15" dirty="0">
                <a:effectLst/>
              </a:rPr>
              <a:t> </a:t>
            </a:r>
            <a:r>
              <a:rPr lang="en-US" sz="1400" dirty="0">
                <a:effectLst/>
              </a:rPr>
              <a:t>system</a:t>
            </a:r>
            <a:r>
              <a:rPr lang="en-US" sz="1400" spc="-10" dirty="0">
                <a:effectLst/>
              </a:rPr>
              <a:t> </a:t>
            </a:r>
            <a:r>
              <a:rPr lang="en-US" sz="1400" dirty="0">
                <a:effectLst/>
              </a:rPr>
              <a:t>is</a:t>
            </a:r>
            <a:r>
              <a:rPr lang="en-US" sz="1400" spc="-15" dirty="0">
                <a:effectLst/>
              </a:rPr>
              <a:t> </a:t>
            </a:r>
            <a:r>
              <a:rPr lang="en-US" sz="1400" dirty="0">
                <a:effectLst/>
              </a:rPr>
              <a:t>control</a:t>
            </a:r>
            <a:r>
              <a:rPr lang="en-US" sz="1400" spc="-285" dirty="0">
                <a:effectLst/>
              </a:rPr>
              <a:t>            </a:t>
            </a:r>
            <a:r>
              <a:rPr lang="en-US" sz="1400" dirty="0">
                <a:effectLst/>
              </a:rPr>
              <a:t>through</a:t>
            </a:r>
            <a:r>
              <a:rPr lang="en-US" sz="1400" spc="-5" dirty="0">
                <a:effectLst/>
              </a:rPr>
              <a:t> </a:t>
            </a:r>
            <a:r>
              <a:rPr lang="en-US" sz="1400" dirty="0">
                <a:effectLst/>
              </a:rPr>
              <a:t>the Home Page.</a:t>
            </a:r>
          </a:p>
          <a:p>
            <a:pPr indent="-228600">
              <a:lnSpc>
                <a:spcPct val="90000"/>
              </a:lnSpc>
              <a:buFont typeface="Arial" panose="020B0604020202020204" pitchFamily="34" charset="0"/>
              <a:buChar char="•"/>
            </a:pPr>
            <a:endParaRPr lang="en-US" sz="1400" dirty="0">
              <a:effectLst/>
            </a:endParaRPr>
          </a:p>
          <a:p>
            <a:pPr indent="-228600">
              <a:lnSpc>
                <a:spcPct val="90000"/>
              </a:lnSpc>
              <a:buFont typeface="Arial" panose="020B0604020202020204" pitchFamily="34" charset="0"/>
              <a:buChar char="•"/>
            </a:pPr>
            <a:r>
              <a:rPr lang="en-US" sz="1400" dirty="0">
                <a:effectLst/>
              </a:rPr>
              <a:t>The</a:t>
            </a:r>
            <a:r>
              <a:rPr lang="en-US" sz="1400" spc="-15" dirty="0">
                <a:effectLst/>
              </a:rPr>
              <a:t> </a:t>
            </a:r>
            <a:r>
              <a:rPr lang="en-US" sz="1400" dirty="0">
                <a:effectLst/>
              </a:rPr>
              <a:t>project has Four</a:t>
            </a:r>
            <a:r>
              <a:rPr lang="en-US" sz="1400" spc="-15" dirty="0">
                <a:effectLst/>
              </a:rPr>
              <a:t> </a:t>
            </a:r>
            <a:r>
              <a:rPr lang="en-US" sz="1400" dirty="0">
                <a:effectLst/>
              </a:rPr>
              <a:t>modules namely-Login &amp; Register, Create Indent, Indent Status, Indent Report, Admin Panel.</a:t>
            </a:r>
            <a:endParaRPr lang="en-US" sz="1400" dirty="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0964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24AA3FD-F282-6BD2-840E-627A16F6DDCA}"/>
              </a:ext>
            </a:extLst>
          </p:cNvPr>
          <p:cNvSpPr txBox="1"/>
          <p:nvPr/>
        </p:nvSpPr>
        <p:spPr>
          <a:xfrm>
            <a:off x="1123162" y="2934362"/>
            <a:ext cx="9941319" cy="3124658"/>
          </a:xfrm>
          <a:prstGeom prst="rect">
            <a:avLst/>
          </a:prstGeom>
        </p:spPr>
        <p:txBody>
          <a:bodyPr vert="horz" lIns="91440" tIns="45720" rIns="91440" bIns="45720" rtlCol="0" anchor="ctr">
            <a:normAutofit/>
          </a:bodyPr>
          <a:lstStyle/>
          <a:p>
            <a:pPr marL="285750" lvl="0" indent="-171450">
              <a:lnSpc>
                <a:spcPct val="90000"/>
              </a:lnSpc>
              <a:buSzPts val="1200"/>
              <a:buFont typeface="Arial" panose="020B0604020202020204" pitchFamily="34" charset="0"/>
              <a:buChar char="•"/>
              <a:tabLst>
                <a:tab pos="1360170" algn="l"/>
              </a:tabLst>
            </a:pPr>
            <a:r>
              <a:rPr lang="en-US" b="1" dirty="0">
                <a:effectLst/>
              </a:rPr>
              <a:t>Login &amp; Register Module:</a:t>
            </a:r>
            <a:r>
              <a:rPr lang="en-US" b="1" strike="noStrike" dirty="0">
                <a:effectLst/>
              </a:rPr>
              <a:t> </a:t>
            </a:r>
            <a:endParaRPr lang="en-US" dirty="0">
              <a:effectLst/>
            </a:endParaRPr>
          </a:p>
          <a:p>
            <a:pPr marL="800100" marR="2488565" lvl="1" indent="-228600">
              <a:lnSpc>
                <a:spcPct val="90000"/>
              </a:lnSpc>
              <a:spcBef>
                <a:spcPts val="705"/>
              </a:spcBef>
              <a:buFont typeface="Courier New" panose="02070309020205020404" pitchFamily="49" charset="0"/>
              <a:buChar char="o"/>
            </a:pPr>
            <a:r>
              <a:rPr lang="en-US" dirty="0">
                <a:effectLst/>
              </a:rPr>
              <a:t>Insert the Customers records</a:t>
            </a:r>
            <a:r>
              <a:rPr lang="en-US" spc="5" dirty="0">
                <a:effectLst/>
              </a:rPr>
              <a:t>.</a:t>
            </a:r>
            <a:endParaRPr lang="en-US" dirty="0">
              <a:effectLst/>
            </a:endParaRPr>
          </a:p>
          <a:p>
            <a:pPr marL="800100" marR="2488565" lvl="1" indent="-228600">
              <a:lnSpc>
                <a:spcPct val="90000"/>
              </a:lnSpc>
              <a:spcBef>
                <a:spcPts val="705"/>
              </a:spcBef>
              <a:buFont typeface="Courier New" panose="02070309020205020404" pitchFamily="49" charset="0"/>
              <a:buChar char="o"/>
            </a:pPr>
            <a:r>
              <a:rPr lang="en-US" dirty="0">
                <a:effectLst/>
              </a:rPr>
              <a:t>This Will Give Safe login And Register experience.</a:t>
            </a:r>
          </a:p>
          <a:p>
            <a:pPr marL="571500" marR="2488565" lvl="1">
              <a:lnSpc>
                <a:spcPct val="90000"/>
              </a:lnSpc>
              <a:spcBef>
                <a:spcPts val="705"/>
              </a:spcBef>
            </a:pPr>
            <a:r>
              <a:rPr lang="en-US" dirty="0">
                <a:effectLst/>
              </a:rPr>
              <a:t> </a:t>
            </a:r>
          </a:p>
          <a:p>
            <a:pPr marL="171450" lvl="0" indent="-171450">
              <a:lnSpc>
                <a:spcPct val="90000"/>
              </a:lnSpc>
              <a:buSzPts val="1200"/>
              <a:buFont typeface="Arial" panose="020B0604020202020204" pitchFamily="34" charset="0"/>
              <a:buChar char="•"/>
              <a:tabLst>
                <a:tab pos="1360170" algn="l"/>
              </a:tabLst>
            </a:pPr>
            <a:r>
              <a:rPr lang="en-US" b="1" dirty="0">
                <a:effectLst/>
              </a:rPr>
              <a:t>   </a:t>
            </a:r>
            <a:r>
              <a:rPr lang="en-US" b="1" dirty="0"/>
              <a:t> </a:t>
            </a:r>
            <a:r>
              <a:rPr lang="en-US" b="1" dirty="0">
                <a:effectLst/>
              </a:rPr>
              <a:t>Home Module:</a:t>
            </a:r>
            <a:endParaRPr lang="en-US" dirty="0">
              <a:effectLst/>
            </a:endParaRPr>
          </a:p>
          <a:p>
            <a:pPr marL="800100" marR="2790190" lvl="1" indent="-228600">
              <a:lnSpc>
                <a:spcPct val="90000"/>
              </a:lnSpc>
              <a:spcBef>
                <a:spcPts val="700"/>
              </a:spcBef>
              <a:buFont typeface="Courier New" panose="02070309020205020404" pitchFamily="49" charset="0"/>
              <a:buChar char="o"/>
            </a:pPr>
            <a:r>
              <a:rPr lang="en-US" dirty="0">
                <a:effectLst/>
              </a:rPr>
              <a:t>Best Designed Home page.</a:t>
            </a:r>
          </a:p>
          <a:p>
            <a:pPr marL="800100" lvl="1" indent="-228600">
              <a:lnSpc>
                <a:spcPct val="90000"/>
              </a:lnSpc>
              <a:buFont typeface="Courier New" panose="02070309020205020404" pitchFamily="49" charset="0"/>
              <a:buChar char="o"/>
              <a:tabLst>
                <a:tab pos="1360170" algn="l"/>
              </a:tabLst>
            </a:pPr>
            <a:r>
              <a:rPr lang="en-US" dirty="0">
                <a:effectLst/>
              </a:rPr>
              <a:t>Giving Info About Indent System. </a:t>
            </a:r>
          </a:p>
          <a:p>
            <a:pPr marL="800100" lvl="1" indent="-228600">
              <a:lnSpc>
                <a:spcPct val="90000"/>
              </a:lnSpc>
              <a:buFont typeface="Courier New" panose="02070309020205020404" pitchFamily="49" charset="0"/>
              <a:buChar char="o"/>
              <a:tabLst>
                <a:tab pos="1360170" algn="l"/>
              </a:tabLst>
            </a:pPr>
            <a:r>
              <a:rPr lang="en-US" dirty="0">
                <a:effectLst/>
              </a:rPr>
              <a:t>Easy Access to Indent. </a:t>
            </a:r>
          </a:p>
          <a:p>
            <a:pPr marL="800100" lvl="1" indent="-228600">
              <a:lnSpc>
                <a:spcPct val="90000"/>
              </a:lnSpc>
              <a:buFont typeface="Courier New" panose="02070309020205020404" pitchFamily="49" charset="0"/>
              <a:buChar char="o"/>
              <a:tabLst>
                <a:tab pos="1360170" algn="l"/>
              </a:tabLst>
            </a:pPr>
            <a:r>
              <a:rPr lang="en-US" dirty="0">
                <a:effectLst/>
              </a:rPr>
              <a:t>Details About System Modules (Create Indent, Indent Status, Indent Report). </a:t>
            </a:r>
          </a:p>
          <a:p>
            <a:pPr marL="800100" lvl="1" indent="-228600">
              <a:lnSpc>
                <a:spcPct val="90000"/>
              </a:lnSpc>
              <a:buFont typeface="Courier New" panose="02070309020205020404" pitchFamily="49" charset="0"/>
              <a:buChar char="o"/>
              <a:tabLst>
                <a:tab pos="1360170" algn="l"/>
              </a:tabLst>
            </a:pPr>
            <a:r>
              <a:rPr lang="en-US" dirty="0">
                <a:effectLst/>
              </a:rPr>
              <a:t>Easy Access To Indent Details.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79FCADA-5C24-D405-67AD-2CC008427886}"/>
              </a:ext>
            </a:extLst>
          </p:cNvPr>
          <p:cNvSpPr txBox="1"/>
          <p:nvPr/>
        </p:nvSpPr>
        <p:spPr>
          <a:xfrm>
            <a:off x="1045028" y="1216597"/>
            <a:ext cx="5926238" cy="769441"/>
          </a:xfrm>
          <a:prstGeom prst="rect">
            <a:avLst/>
          </a:prstGeom>
          <a:noFill/>
        </p:spPr>
        <p:txBody>
          <a:bodyPr wrap="square" rtlCol="0">
            <a:spAutoFit/>
          </a:bodyPr>
          <a:lstStyle/>
          <a:p>
            <a:pPr>
              <a:spcAft>
                <a:spcPts val="600"/>
              </a:spcAft>
            </a:pPr>
            <a:r>
              <a:rPr lang="en-US" sz="4400" b="1" dirty="0">
                <a:effectLst/>
                <a:latin typeface="Times New Roman" panose="02020603050405020304" pitchFamily="18" charset="0"/>
                <a:ea typeface="Times New Roman" panose="02020603050405020304" pitchFamily="18" charset="0"/>
              </a:rPr>
              <a:t>Key Features</a:t>
            </a:r>
            <a:endParaRPr lang="en-IN" sz="4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422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extBox 2">
            <a:extLst>
              <a:ext uri="{FF2B5EF4-FFF2-40B4-BE49-F238E27FC236}">
                <a16:creationId xmlns:a16="http://schemas.microsoft.com/office/drawing/2014/main" id="{EFC2BB78-67F9-DE0D-CE84-F83D9419FAD9}"/>
              </a:ext>
            </a:extLst>
          </p:cNvPr>
          <p:cNvGraphicFramePr/>
          <p:nvPr>
            <p:extLst>
              <p:ext uri="{D42A27DB-BD31-4B8C-83A1-F6EECF244321}">
                <p14:modId xmlns:p14="http://schemas.microsoft.com/office/powerpoint/2010/main" val="1215079574"/>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87929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close-up of a blue background&#10;&#10;Description automatically generated">
            <a:extLst>
              <a:ext uri="{FF2B5EF4-FFF2-40B4-BE49-F238E27FC236}">
                <a16:creationId xmlns:a16="http://schemas.microsoft.com/office/drawing/2014/main" id="{3D06958F-AD05-51C0-4785-9BC330901BCF}"/>
              </a:ext>
            </a:extLst>
          </p:cNvPr>
          <p:cNvPicPr>
            <a:picLocks noChangeAspect="1"/>
          </p:cNvPicPr>
          <p:nvPr/>
        </p:nvPicPr>
        <p:blipFill rotWithShape="1">
          <a:blip r:embed="rId2">
            <a:duotone>
              <a:schemeClr val="bg2">
                <a:shade val="45000"/>
                <a:satMod val="135000"/>
              </a:schemeClr>
              <a:prstClr val="white"/>
            </a:duotone>
          </a:blip>
          <a:srcRect b="15730"/>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extBox 2">
            <a:extLst>
              <a:ext uri="{FF2B5EF4-FFF2-40B4-BE49-F238E27FC236}">
                <a16:creationId xmlns:a16="http://schemas.microsoft.com/office/drawing/2014/main" id="{C935D681-DE7A-C512-413A-E222B2F4B812}"/>
              </a:ext>
            </a:extLst>
          </p:cNvPr>
          <p:cNvGraphicFramePr/>
          <p:nvPr>
            <p:extLst>
              <p:ext uri="{D42A27DB-BD31-4B8C-83A1-F6EECF244321}">
                <p14:modId xmlns:p14="http://schemas.microsoft.com/office/powerpoint/2010/main" val="180899822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52693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9CB0874-88B8-43D3-B0B6-C32F790F7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4BFD067A-52BE-40EE-B7CA-391830B9A2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2561771"/>
            <a:chOff x="0" y="0"/>
            <a:chExt cx="12192000" cy="2561771"/>
          </a:xfrm>
        </p:grpSpPr>
        <p:sp>
          <p:nvSpPr>
            <p:cNvPr id="26" name="Freeform: Shape 25">
              <a:extLst>
                <a:ext uri="{FF2B5EF4-FFF2-40B4-BE49-F238E27FC236}">
                  <a16:creationId xmlns:a16="http://schemas.microsoft.com/office/drawing/2014/main" id="{1CDA7855-806B-4A02-9C19-24872E4D8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2561771"/>
            </a:xfrm>
            <a:custGeom>
              <a:avLst/>
              <a:gdLst>
                <a:gd name="connsiteX0" fmla="*/ 0 w 12192000"/>
                <a:gd name="connsiteY0" fmla="*/ 0 h 2561771"/>
                <a:gd name="connsiteX1" fmla="*/ 12192000 w 12192000"/>
                <a:gd name="connsiteY1" fmla="*/ 0 h 2561771"/>
                <a:gd name="connsiteX2" fmla="*/ 12192000 w 12192000"/>
                <a:gd name="connsiteY2" fmla="*/ 2359863 h 2561771"/>
                <a:gd name="connsiteX3" fmla="*/ 6364514 w 12192000"/>
                <a:gd name="connsiteY3" fmla="*/ 2561771 h 2561771"/>
                <a:gd name="connsiteX4" fmla="*/ 1981200 w 12192000"/>
                <a:gd name="connsiteY4" fmla="*/ 2278742 h 2561771"/>
                <a:gd name="connsiteX5" fmla="*/ 0 w 12192000"/>
                <a:gd name="connsiteY5" fmla="*/ 2343277 h 256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2561771">
                  <a:moveTo>
                    <a:pt x="0" y="0"/>
                  </a:moveTo>
                  <a:lnTo>
                    <a:pt x="12192000" y="0"/>
                  </a:lnTo>
                  <a:lnTo>
                    <a:pt x="12192000" y="2359863"/>
                  </a:lnTo>
                  <a:lnTo>
                    <a:pt x="6364514" y="2561771"/>
                  </a:lnTo>
                  <a:lnTo>
                    <a:pt x="1981200" y="2278742"/>
                  </a:lnTo>
                  <a:lnTo>
                    <a:pt x="0" y="2343277"/>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3AFE70DE-5BEC-4E54-98D2-48C13E1491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2561771"/>
            </a:xfrm>
            <a:custGeom>
              <a:avLst/>
              <a:gdLst>
                <a:gd name="connsiteX0" fmla="*/ 0 w 12192000"/>
                <a:gd name="connsiteY0" fmla="*/ 0 h 2561771"/>
                <a:gd name="connsiteX1" fmla="*/ 12192000 w 12192000"/>
                <a:gd name="connsiteY1" fmla="*/ 0 h 2561771"/>
                <a:gd name="connsiteX2" fmla="*/ 12192000 w 12192000"/>
                <a:gd name="connsiteY2" fmla="*/ 2359863 h 2561771"/>
                <a:gd name="connsiteX3" fmla="*/ 6364514 w 12192000"/>
                <a:gd name="connsiteY3" fmla="*/ 2561771 h 2561771"/>
                <a:gd name="connsiteX4" fmla="*/ 1981200 w 12192000"/>
                <a:gd name="connsiteY4" fmla="*/ 2278742 h 2561771"/>
                <a:gd name="connsiteX5" fmla="*/ 0 w 12192000"/>
                <a:gd name="connsiteY5" fmla="*/ 2343277 h 256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2561771">
                  <a:moveTo>
                    <a:pt x="0" y="0"/>
                  </a:moveTo>
                  <a:lnTo>
                    <a:pt x="12192000" y="0"/>
                  </a:lnTo>
                  <a:lnTo>
                    <a:pt x="12192000" y="2359863"/>
                  </a:lnTo>
                  <a:lnTo>
                    <a:pt x="6364514" y="2561771"/>
                  </a:lnTo>
                  <a:lnTo>
                    <a:pt x="1981200" y="2278742"/>
                  </a:lnTo>
                  <a:lnTo>
                    <a:pt x="0" y="2343277"/>
                  </a:lnTo>
                  <a:close/>
                </a:path>
              </a:pathLst>
            </a:custGeom>
            <a:solidFill>
              <a:schemeClr val="bg1">
                <a:alpha val="8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 name="TextBox 3">
            <a:extLst>
              <a:ext uri="{FF2B5EF4-FFF2-40B4-BE49-F238E27FC236}">
                <a16:creationId xmlns:a16="http://schemas.microsoft.com/office/drawing/2014/main" id="{C49D25B3-41FC-3494-75A0-C30DC0D79F98}"/>
              </a:ext>
            </a:extLst>
          </p:cNvPr>
          <p:cNvSpPr txBox="1"/>
          <p:nvPr/>
        </p:nvSpPr>
        <p:spPr>
          <a:xfrm>
            <a:off x="1712915" y="1040400"/>
            <a:ext cx="7866060" cy="707886"/>
          </a:xfrm>
          <a:prstGeom prst="rect">
            <a:avLst/>
          </a:prstGeom>
        </p:spPr>
        <p:txBody>
          <a:bodyPr vert="horz" lIns="91440" tIns="45720" rIns="91440" bIns="45720" rtlCol="0" anchor="b">
            <a:normAutofit/>
          </a:bodyPr>
          <a:lstStyle/>
          <a:p>
            <a:pPr marR="2658110" lvl="0">
              <a:lnSpc>
                <a:spcPct val="90000"/>
              </a:lnSpc>
              <a:spcBef>
                <a:spcPct val="0"/>
              </a:spcBef>
              <a:spcAft>
                <a:spcPts val="600"/>
              </a:spcAft>
              <a:tabLst>
                <a:tab pos="698500" algn="l"/>
                <a:tab pos="699135" algn="l"/>
              </a:tabLst>
            </a:pPr>
            <a:r>
              <a:rPr lang="en-US" sz="4000" b="1" kern="1200" dirty="0">
                <a:solidFill>
                  <a:schemeClr val="tx1"/>
                </a:solidFill>
                <a:effectLst/>
                <a:latin typeface="+mj-lt"/>
                <a:ea typeface="+mj-ea"/>
                <a:cs typeface="+mj-cs"/>
              </a:rPr>
              <a:t>Features </a:t>
            </a:r>
          </a:p>
        </p:txBody>
      </p:sp>
      <p:grpSp>
        <p:nvGrpSpPr>
          <p:cNvPr id="29" name="Group 28">
            <a:extLst>
              <a:ext uri="{FF2B5EF4-FFF2-40B4-BE49-F238E27FC236}">
                <a16:creationId xmlns:a16="http://schemas.microsoft.com/office/drawing/2014/main" id="{C15B8CC4-8CCE-428F-AE7E-28D178984CE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0" y="2027156"/>
            <a:ext cx="12192000" cy="757168"/>
            <a:chOff x="0" y="2959818"/>
            <a:chExt cx="12192000" cy="757168"/>
          </a:xfrm>
        </p:grpSpPr>
        <p:sp>
          <p:nvSpPr>
            <p:cNvPr id="30" name="Freeform: Shape 29">
              <a:extLst>
                <a:ext uri="{FF2B5EF4-FFF2-40B4-BE49-F238E27FC236}">
                  <a16:creationId xmlns:a16="http://schemas.microsoft.com/office/drawing/2014/main" id="{A6359FA2-E374-4073-8269-E10D2AE74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Shape 30">
              <a:extLst>
                <a:ext uri="{FF2B5EF4-FFF2-40B4-BE49-F238E27FC236}">
                  <a16:creationId xmlns:a16="http://schemas.microsoft.com/office/drawing/2014/main" id="{9A1F0E66-9B5E-4980-8AEC-B4D144B48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2">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TextBox 2">
            <a:extLst>
              <a:ext uri="{FF2B5EF4-FFF2-40B4-BE49-F238E27FC236}">
                <a16:creationId xmlns:a16="http://schemas.microsoft.com/office/drawing/2014/main" id="{95888961-1437-8C29-9C00-E9EDC304A50D}"/>
              </a:ext>
            </a:extLst>
          </p:cNvPr>
          <p:cNvSpPr txBox="1"/>
          <p:nvPr/>
        </p:nvSpPr>
        <p:spPr>
          <a:xfrm>
            <a:off x="983848" y="2840641"/>
            <a:ext cx="10556111" cy="3768504"/>
          </a:xfrm>
          <a:prstGeom prst="rect">
            <a:avLst/>
          </a:prstGeom>
        </p:spPr>
        <p:txBody>
          <a:bodyPr vert="horz" lIns="91440" tIns="45720" rIns="91440" bIns="45720" rtlCol="0">
            <a:normAutofit fontScale="92500" lnSpcReduction="20000"/>
          </a:bodyPr>
          <a:lstStyle/>
          <a:p>
            <a:pPr marL="742950" lvl="1" indent="-228600">
              <a:lnSpc>
                <a:spcPct val="90000"/>
              </a:lnSpc>
              <a:spcBef>
                <a:spcPts val="1370"/>
              </a:spcBef>
              <a:spcAft>
                <a:spcPts val="0"/>
              </a:spcAft>
              <a:buSzPts val="1200"/>
              <a:buFont typeface="Arial" panose="020B0604020202020204" pitchFamily="34" charset="0"/>
              <a:buChar char="•"/>
              <a:tabLst>
                <a:tab pos="927735" algn="l"/>
              </a:tabLst>
            </a:pPr>
            <a:r>
              <a:rPr lang="en-US" sz="1600" dirty="0">
                <a:solidFill>
                  <a:schemeClr val="tx1">
                    <a:alpha val="80000"/>
                  </a:schemeClr>
                </a:solidFill>
                <a:effectLst/>
              </a:rPr>
              <a:t>Login, Register &amp; Forget / Logout.</a:t>
            </a:r>
          </a:p>
          <a:p>
            <a:pPr marL="742950" lvl="1" indent="-228600">
              <a:lnSpc>
                <a:spcPct val="90000"/>
              </a:lnSpc>
              <a:spcBef>
                <a:spcPts val="1370"/>
              </a:spcBef>
              <a:spcAft>
                <a:spcPts val="0"/>
              </a:spcAft>
              <a:buSzPts val="1200"/>
              <a:buFont typeface="Arial" panose="020B0604020202020204" pitchFamily="34" charset="0"/>
              <a:buChar char="•"/>
              <a:tabLst>
                <a:tab pos="927735" algn="l"/>
              </a:tabLst>
            </a:pPr>
            <a:r>
              <a:rPr lang="en-US" sz="1600" dirty="0">
                <a:solidFill>
                  <a:schemeClr val="tx1">
                    <a:alpha val="80000"/>
                  </a:schemeClr>
                </a:solidFill>
                <a:effectLst/>
              </a:rPr>
              <a:t>Easy to Create Indent.</a:t>
            </a:r>
          </a:p>
          <a:p>
            <a:pPr marL="742950" lvl="1" indent="-228600">
              <a:lnSpc>
                <a:spcPct val="90000"/>
              </a:lnSpc>
              <a:spcBef>
                <a:spcPts val="1370"/>
              </a:spcBef>
              <a:spcAft>
                <a:spcPts val="0"/>
              </a:spcAft>
              <a:buSzPts val="1200"/>
              <a:buFont typeface="Arial" panose="020B0604020202020204" pitchFamily="34" charset="0"/>
              <a:buChar char="•"/>
              <a:tabLst>
                <a:tab pos="927735" algn="l"/>
              </a:tabLst>
            </a:pPr>
            <a:r>
              <a:rPr lang="en-US" sz="1600" dirty="0">
                <a:solidFill>
                  <a:schemeClr val="tx1">
                    <a:alpha val="80000"/>
                  </a:schemeClr>
                </a:solidFill>
                <a:effectLst/>
              </a:rPr>
              <a:t>Easy to Request of Manager for Required Item.</a:t>
            </a:r>
          </a:p>
          <a:p>
            <a:pPr marL="742950" lvl="1" indent="-228600">
              <a:lnSpc>
                <a:spcPct val="90000"/>
              </a:lnSpc>
              <a:spcBef>
                <a:spcPts val="1370"/>
              </a:spcBef>
              <a:spcAft>
                <a:spcPts val="0"/>
              </a:spcAft>
              <a:buSzPts val="1200"/>
              <a:buFont typeface="Arial" panose="020B0604020202020204" pitchFamily="34" charset="0"/>
              <a:buChar char="•"/>
              <a:tabLst>
                <a:tab pos="927735" algn="l"/>
              </a:tabLst>
            </a:pPr>
            <a:r>
              <a:rPr lang="en-US" sz="1600" dirty="0">
                <a:solidFill>
                  <a:schemeClr val="tx1">
                    <a:alpha val="80000"/>
                  </a:schemeClr>
                </a:solidFill>
                <a:effectLst/>
              </a:rPr>
              <a:t>You want to see the Status of Indent Then You Also see.</a:t>
            </a:r>
          </a:p>
          <a:p>
            <a:pPr marL="742950" lvl="1" indent="-228600">
              <a:lnSpc>
                <a:spcPct val="90000"/>
              </a:lnSpc>
              <a:spcBef>
                <a:spcPts val="1370"/>
              </a:spcBef>
              <a:spcAft>
                <a:spcPts val="0"/>
              </a:spcAft>
              <a:buSzPts val="1200"/>
              <a:buFont typeface="Arial" panose="020B0604020202020204" pitchFamily="34" charset="0"/>
              <a:buChar char="•"/>
              <a:tabLst>
                <a:tab pos="927735" algn="l"/>
              </a:tabLst>
            </a:pPr>
            <a:r>
              <a:rPr lang="en-US" sz="1600" dirty="0">
                <a:solidFill>
                  <a:schemeClr val="tx1">
                    <a:alpha val="80000"/>
                  </a:schemeClr>
                </a:solidFill>
                <a:effectLst/>
              </a:rPr>
              <a:t>You also see your accepted Indent Report.</a:t>
            </a:r>
          </a:p>
          <a:p>
            <a:pPr marL="742950" lvl="1" indent="-228600">
              <a:lnSpc>
                <a:spcPct val="90000"/>
              </a:lnSpc>
              <a:spcBef>
                <a:spcPts val="595"/>
              </a:spcBef>
              <a:spcAft>
                <a:spcPts val="0"/>
              </a:spcAft>
              <a:buSzPts val="1200"/>
              <a:buFont typeface="Arial" panose="020B0604020202020204" pitchFamily="34" charset="0"/>
              <a:buChar char="•"/>
              <a:tabLst>
                <a:tab pos="927735" algn="l"/>
              </a:tabLst>
            </a:pPr>
            <a:r>
              <a:rPr lang="en-US" sz="1600" dirty="0">
                <a:solidFill>
                  <a:schemeClr val="tx1">
                    <a:alpha val="80000"/>
                  </a:schemeClr>
                </a:solidFill>
                <a:effectLst/>
              </a:rPr>
              <a:t>User Landing Page with Unique Design.</a:t>
            </a:r>
          </a:p>
          <a:p>
            <a:pPr marL="742950" lvl="1" indent="-228600">
              <a:lnSpc>
                <a:spcPct val="90000"/>
              </a:lnSpc>
              <a:spcBef>
                <a:spcPts val="585"/>
              </a:spcBef>
              <a:spcAft>
                <a:spcPts val="0"/>
              </a:spcAft>
              <a:buSzPts val="1200"/>
              <a:buFont typeface="Arial" panose="020B0604020202020204" pitchFamily="34" charset="0"/>
              <a:buChar char="•"/>
              <a:tabLst>
                <a:tab pos="927735" algn="l"/>
              </a:tabLst>
            </a:pPr>
            <a:r>
              <a:rPr lang="en-US" sz="1600" dirty="0">
                <a:solidFill>
                  <a:schemeClr val="tx1">
                    <a:alpha val="80000"/>
                  </a:schemeClr>
                </a:solidFill>
                <a:effectLst/>
              </a:rPr>
              <a:t>Home Page With Vertical Navbar for Easy Access of all Features. </a:t>
            </a:r>
          </a:p>
          <a:p>
            <a:pPr marL="742950" lvl="1" indent="-228600">
              <a:lnSpc>
                <a:spcPct val="90000"/>
              </a:lnSpc>
              <a:spcBef>
                <a:spcPts val="580"/>
              </a:spcBef>
              <a:spcAft>
                <a:spcPts val="0"/>
              </a:spcAft>
              <a:buSzPts val="1200"/>
              <a:buFont typeface="Arial" panose="020B0604020202020204" pitchFamily="34" charset="0"/>
              <a:buChar char="•"/>
              <a:tabLst>
                <a:tab pos="927735" algn="l"/>
              </a:tabLst>
            </a:pPr>
            <a:r>
              <a:rPr lang="en-US" sz="1600" dirty="0">
                <a:solidFill>
                  <a:schemeClr val="tx1">
                    <a:alpha val="80000"/>
                  </a:schemeClr>
                </a:solidFill>
                <a:effectLst/>
              </a:rPr>
              <a:t>Details &amp; History About All Indent. </a:t>
            </a:r>
          </a:p>
          <a:p>
            <a:pPr marL="742950" lvl="1" indent="-228600">
              <a:lnSpc>
                <a:spcPct val="90000"/>
              </a:lnSpc>
              <a:spcBef>
                <a:spcPts val="595"/>
              </a:spcBef>
              <a:spcAft>
                <a:spcPts val="0"/>
              </a:spcAft>
              <a:buSzPts val="1200"/>
              <a:buFont typeface="Arial" panose="020B0604020202020204" pitchFamily="34" charset="0"/>
              <a:buChar char="•"/>
              <a:tabLst>
                <a:tab pos="927735" algn="l"/>
              </a:tabLst>
            </a:pPr>
            <a:r>
              <a:rPr lang="en-US" sz="1600" dirty="0">
                <a:solidFill>
                  <a:schemeClr val="tx1">
                    <a:alpha val="80000"/>
                  </a:schemeClr>
                </a:solidFill>
                <a:effectLst/>
              </a:rPr>
              <a:t>All Departments Employee can Request for the Indent.</a:t>
            </a:r>
          </a:p>
          <a:p>
            <a:pPr marL="742950" lvl="1" indent="-228600">
              <a:lnSpc>
                <a:spcPct val="90000"/>
              </a:lnSpc>
              <a:spcBef>
                <a:spcPts val="595"/>
              </a:spcBef>
              <a:spcAft>
                <a:spcPts val="0"/>
              </a:spcAft>
              <a:buSzPts val="1200"/>
              <a:buFont typeface="Arial" panose="020B0604020202020204" pitchFamily="34" charset="0"/>
              <a:buChar char="•"/>
              <a:tabLst>
                <a:tab pos="927735" algn="l"/>
              </a:tabLst>
            </a:pPr>
            <a:r>
              <a:rPr lang="en-US" sz="1600" dirty="0">
                <a:solidFill>
                  <a:schemeClr val="tx1">
                    <a:alpha val="80000"/>
                  </a:schemeClr>
                </a:solidFill>
                <a:effectLst/>
              </a:rPr>
              <a:t>Every Type of Employee can Have their own Indent Request. </a:t>
            </a:r>
          </a:p>
          <a:p>
            <a:pPr marL="742950" lvl="1" indent="-228600">
              <a:lnSpc>
                <a:spcPct val="90000"/>
              </a:lnSpc>
              <a:spcBef>
                <a:spcPts val="595"/>
              </a:spcBef>
              <a:spcAft>
                <a:spcPts val="0"/>
              </a:spcAft>
              <a:buSzPts val="1200"/>
              <a:buFont typeface="Arial" panose="020B0604020202020204" pitchFamily="34" charset="0"/>
              <a:buChar char="•"/>
              <a:tabLst>
                <a:tab pos="927735" algn="l"/>
              </a:tabLst>
            </a:pPr>
            <a:r>
              <a:rPr lang="en-US" sz="1600" dirty="0">
                <a:solidFill>
                  <a:schemeClr val="tx1">
                    <a:alpha val="80000"/>
                  </a:schemeClr>
                </a:solidFill>
                <a:effectLst/>
              </a:rPr>
              <a:t>Employee Can Add Quantity of Each Item.</a:t>
            </a:r>
          </a:p>
          <a:p>
            <a:pPr marL="742950" lvl="1" indent="-228600">
              <a:lnSpc>
                <a:spcPct val="90000"/>
              </a:lnSpc>
              <a:spcBef>
                <a:spcPts val="595"/>
              </a:spcBef>
              <a:spcAft>
                <a:spcPts val="0"/>
              </a:spcAft>
              <a:buSzPts val="1200"/>
              <a:buFont typeface="Arial" panose="020B0604020202020204" pitchFamily="34" charset="0"/>
              <a:buChar char="•"/>
              <a:tabLst>
                <a:tab pos="927735" algn="l"/>
              </a:tabLst>
            </a:pPr>
            <a:r>
              <a:rPr lang="en-US" sz="1600" dirty="0">
                <a:solidFill>
                  <a:schemeClr val="tx1">
                    <a:alpha val="80000"/>
                  </a:schemeClr>
                </a:solidFill>
                <a:effectLst/>
              </a:rPr>
              <a:t>Employee can update or Delete the Indent also.</a:t>
            </a:r>
          </a:p>
          <a:p>
            <a:pPr marL="742950" lvl="1" indent="-228600">
              <a:lnSpc>
                <a:spcPct val="90000"/>
              </a:lnSpc>
              <a:spcBef>
                <a:spcPts val="595"/>
              </a:spcBef>
              <a:spcAft>
                <a:spcPts val="0"/>
              </a:spcAft>
              <a:buSzPts val="1200"/>
              <a:buFont typeface="Arial" panose="020B0604020202020204" pitchFamily="34" charset="0"/>
              <a:buChar char="•"/>
              <a:tabLst>
                <a:tab pos="927735" algn="l"/>
              </a:tabLst>
            </a:pPr>
            <a:r>
              <a:rPr lang="en-US" sz="1600" dirty="0">
                <a:solidFill>
                  <a:schemeClr val="tx1">
                    <a:alpha val="80000"/>
                  </a:schemeClr>
                </a:solidFill>
                <a:effectLst/>
              </a:rPr>
              <a:t>All The Indent Can be watch which is they Request.</a:t>
            </a:r>
          </a:p>
        </p:txBody>
      </p:sp>
    </p:spTree>
    <p:extLst>
      <p:ext uri="{BB962C8B-B14F-4D97-AF65-F5344CB8AC3E}">
        <p14:creationId xmlns:p14="http://schemas.microsoft.com/office/powerpoint/2010/main" val="2630103892"/>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DBD999-3AEB-7DA0-D71A-6AB2C8A657B1}"/>
              </a:ext>
            </a:extLst>
          </p:cNvPr>
          <p:cNvSpPr txBox="1"/>
          <p:nvPr/>
        </p:nvSpPr>
        <p:spPr>
          <a:xfrm>
            <a:off x="3047036" y="852982"/>
            <a:ext cx="6094070" cy="5604098"/>
          </a:xfrm>
          <a:prstGeom prst="rect">
            <a:avLst/>
          </a:prstGeom>
          <a:noFill/>
        </p:spPr>
        <p:txBody>
          <a:bodyPr wrap="square">
            <a:spAutoFit/>
          </a:bodyPr>
          <a:lstStyle/>
          <a:p>
            <a:pPr marL="342900" marR="2658110" lvl="0" indent="-342900" algn="l">
              <a:spcBef>
                <a:spcPts val="505"/>
              </a:spcBef>
              <a:spcAft>
                <a:spcPts val="0"/>
              </a:spcAft>
              <a:buFont typeface="Wingdings" panose="05000000000000000000" pitchFamily="2" charset="2"/>
              <a:buChar char=""/>
              <a:tabLst>
                <a:tab pos="698500" algn="l"/>
                <a:tab pos="699135" algn="l"/>
              </a:tabLst>
            </a:pPr>
            <a:r>
              <a:rPr lang="en-US" sz="1400" b="1" kern="0" dirty="0">
                <a:effectLst/>
                <a:latin typeface="Times New Roman" panose="02020603050405020304" pitchFamily="18" charset="0"/>
                <a:ea typeface="Times New Roman" panose="02020603050405020304" pitchFamily="18" charset="0"/>
              </a:rPr>
              <a:t>Languages</a:t>
            </a:r>
            <a:r>
              <a:rPr lang="en-US" sz="1400" b="1" kern="0" spc="-10" dirty="0">
                <a:effectLst/>
                <a:latin typeface="Times New Roman" panose="02020603050405020304" pitchFamily="18" charset="0"/>
                <a:ea typeface="Times New Roman" panose="02020603050405020304" pitchFamily="18" charset="0"/>
              </a:rPr>
              <a:t> </a:t>
            </a:r>
            <a:r>
              <a:rPr lang="en-US" sz="1400" b="1" kern="0" dirty="0">
                <a:effectLst/>
                <a:latin typeface="Times New Roman" panose="02020603050405020304" pitchFamily="18" charset="0"/>
                <a:ea typeface="Times New Roman" panose="02020603050405020304" pitchFamily="18" charset="0"/>
              </a:rPr>
              <a:t>Used</a:t>
            </a:r>
            <a:endParaRPr lang="en-IN" sz="1400" b="1" kern="0" dirty="0">
              <a:effectLst/>
              <a:latin typeface="Times New Roman" panose="02020603050405020304" pitchFamily="18" charset="0"/>
              <a:ea typeface="Times New Roman" panose="02020603050405020304" pitchFamily="18" charset="0"/>
            </a:endParaRPr>
          </a:p>
          <a:p>
            <a:r>
              <a:rPr lang="en-US" sz="1400" b="1" dirty="0">
                <a:effectLst/>
                <a:latin typeface="Times New Roman" panose="02020603050405020304" pitchFamily="18" charset="0"/>
                <a:ea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endParaRPr>
          </a:p>
          <a:p>
            <a:pPr marL="742950" lvl="1" indent="-285750" algn="just">
              <a:spcBef>
                <a:spcPts val="1370"/>
              </a:spcBef>
              <a:spcAft>
                <a:spcPts val="0"/>
              </a:spcAft>
              <a:buSzPts val="1200"/>
              <a:buFont typeface="Courier New" panose="02070309020205020404" pitchFamily="49" charset="0"/>
              <a:buChar char="o"/>
              <a:tabLst>
                <a:tab pos="927735" algn="l"/>
              </a:tabLst>
            </a:pPr>
            <a:r>
              <a:rPr lang="en-US" sz="1400" b="1" u="heavy" dirty="0">
                <a:effectLst/>
                <a:uFill>
                  <a:solidFill>
                    <a:srgbClr val="000000"/>
                  </a:solidFill>
                </a:uFill>
                <a:latin typeface="Times New Roman" panose="02020603050405020304" pitchFamily="18" charset="0"/>
                <a:ea typeface="Courier New" panose="02070309020205020404" pitchFamily="49" charset="0"/>
              </a:rPr>
              <a:t>Front</a:t>
            </a:r>
            <a:r>
              <a:rPr lang="en-US" sz="1400" b="1" u="heavy" spc="-5" dirty="0">
                <a:effectLst/>
                <a:uFill>
                  <a:solidFill>
                    <a:srgbClr val="000000"/>
                  </a:solidFill>
                </a:uFill>
                <a:latin typeface="Times New Roman" panose="02020603050405020304" pitchFamily="18" charset="0"/>
                <a:ea typeface="Courier New" panose="02070309020205020404" pitchFamily="49" charset="0"/>
              </a:rPr>
              <a:t> </a:t>
            </a:r>
            <a:r>
              <a:rPr lang="en-US" sz="1400" b="1" u="heavy" dirty="0">
                <a:effectLst/>
                <a:uFill>
                  <a:solidFill>
                    <a:srgbClr val="000000"/>
                  </a:solidFill>
                </a:uFill>
                <a:latin typeface="Times New Roman" panose="02020603050405020304" pitchFamily="18" charset="0"/>
                <a:ea typeface="Courier New" panose="02070309020205020404" pitchFamily="49" charset="0"/>
              </a:rPr>
              <a:t>End:</a:t>
            </a:r>
            <a:endParaRPr lang="en-IN" sz="1400" b="1" u="sng" dirty="0">
              <a:effectLst/>
              <a:uFill>
                <a:solidFill>
                  <a:srgbClr val="000000"/>
                </a:solidFill>
              </a:uFill>
              <a:latin typeface="Times New Roman" panose="02020603050405020304" pitchFamily="18" charset="0"/>
              <a:ea typeface="Courier New" panose="02070309020205020404" pitchFamily="49" charset="0"/>
            </a:endParaRPr>
          </a:p>
          <a:p>
            <a:pPr marL="1143000" lvl="2" indent="-228600">
              <a:spcBef>
                <a:spcPts val="595"/>
              </a:spcBef>
              <a:spcAft>
                <a:spcPts val="0"/>
              </a:spcAft>
              <a:buSzPts val="1200"/>
              <a:buFont typeface="Wingdings" panose="05000000000000000000" pitchFamily="2" charset="2"/>
              <a:buChar char=""/>
              <a:tabLst>
                <a:tab pos="1384935" algn="l"/>
              </a:tabLst>
            </a:pPr>
            <a:r>
              <a:rPr lang="en-US" sz="1400" dirty="0">
                <a:effectLst/>
                <a:latin typeface="Times New Roman" panose="02020603050405020304" pitchFamily="18" charset="0"/>
                <a:ea typeface="Wingdings" panose="05000000000000000000" pitchFamily="2" charset="2"/>
                <a:cs typeface="Wingdings" panose="05000000000000000000" pitchFamily="2" charset="2"/>
              </a:rPr>
              <a:t>HTML</a:t>
            </a:r>
            <a:endParaRPr lang="en-IN" sz="1400" dirty="0">
              <a:effectLst/>
              <a:latin typeface="Times New Roman" panose="02020603050405020304" pitchFamily="18" charset="0"/>
              <a:ea typeface="Wingdings" panose="05000000000000000000" pitchFamily="2" charset="2"/>
              <a:cs typeface="Wingdings" panose="05000000000000000000" pitchFamily="2" charset="2"/>
            </a:endParaRPr>
          </a:p>
          <a:p>
            <a:pPr marL="1143000" lvl="2" indent="-228600">
              <a:spcBef>
                <a:spcPts val="595"/>
              </a:spcBef>
              <a:spcAft>
                <a:spcPts val="0"/>
              </a:spcAft>
              <a:buSzPts val="1200"/>
              <a:buFont typeface="Wingdings" panose="05000000000000000000" pitchFamily="2" charset="2"/>
              <a:buChar char=""/>
              <a:tabLst>
                <a:tab pos="1384935" algn="l"/>
              </a:tabLst>
            </a:pPr>
            <a:r>
              <a:rPr lang="en-US" sz="1400" dirty="0">
                <a:effectLst/>
                <a:latin typeface="Times New Roman" panose="02020603050405020304" pitchFamily="18" charset="0"/>
                <a:ea typeface="Wingdings" panose="05000000000000000000" pitchFamily="2" charset="2"/>
                <a:cs typeface="Wingdings" panose="05000000000000000000" pitchFamily="2" charset="2"/>
              </a:rPr>
              <a:t>CSS(Cascading Style Sheet)</a:t>
            </a:r>
            <a:endParaRPr lang="en-IN" sz="1400" dirty="0">
              <a:effectLst/>
              <a:latin typeface="Times New Roman" panose="02020603050405020304" pitchFamily="18" charset="0"/>
              <a:ea typeface="Wingdings" panose="05000000000000000000" pitchFamily="2" charset="2"/>
              <a:cs typeface="Wingdings" panose="05000000000000000000" pitchFamily="2" charset="2"/>
            </a:endParaRPr>
          </a:p>
          <a:p>
            <a:pPr marL="1143000" lvl="2" indent="-228600">
              <a:spcBef>
                <a:spcPts val="595"/>
              </a:spcBef>
              <a:spcAft>
                <a:spcPts val="0"/>
              </a:spcAft>
              <a:buSzPts val="1200"/>
              <a:buFont typeface="Wingdings" panose="05000000000000000000" pitchFamily="2" charset="2"/>
              <a:buChar char=""/>
              <a:tabLst>
                <a:tab pos="1384935" algn="l"/>
              </a:tabLst>
            </a:pPr>
            <a:r>
              <a:rPr lang="en-US" sz="1400" dirty="0">
                <a:effectLst/>
                <a:latin typeface="Times New Roman" panose="02020603050405020304" pitchFamily="18" charset="0"/>
                <a:ea typeface="Wingdings" panose="05000000000000000000" pitchFamily="2" charset="2"/>
                <a:cs typeface="Wingdings" panose="05000000000000000000" pitchFamily="2" charset="2"/>
              </a:rPr>
              <a:t>JavaScript</a:t>
            </a:r>
            <a:endParaRPr lang="en-IN" sz="1400" dirty="0">
              <a:effectLst/>
              <a:latin typeface="Times New Roman" panose="02020603050405020304" pitchFamily="18" charset="0"/>
              <a:ea typeface="Wingdings" panose="05000000000000000000" pitchFamily="2" charset="2"/>
              <a:cs typeface="Wingdings" panose="05000000000000000000" pitchFamily="2" charset="2"/>
            </a:endParaRPr>
          </a:p>
          <a:p>
            <a:pPr marL="742950" lvl="1" indent="-285750" algn="just">
              <a:buSzPts val="1200"/>
              <a:buFont typeface="Courier New" panose="02070309020205020404" pitchFamily="49" charset="0"/>
              <a:buChar char="o"/>
              <a:tabLst>
                <a:tab pos="927735" algn="l"/>
              </a:tabLst>
            </a:pPr>
            <a:r>
              <a:rPr lang="en-US" sz="1400" b="1" u="heavy" dirty="0">
                <a:effectLst/>
                <a:uFill>
                  <a:solidFill>
                    <a:srgbClr val="000000"/>
                  </a:solidFill>
                </a:uFill>
                <a:latin typeface="Times New Roman" panose="02020603050405020304" pitchFamily="18" charset="0"/>
                <a:ea typeface="Courier New" panose="02070309020205020404" pitchFamily="49" charset="0"/>
              </a:rPr>
              <a:t>Back</a:t>
            </a:r>
            <a:r>
              <a:rPr lang="en-US" sz="1400" b="1" u="heavy" spc="-5" dirty="0">
                <a:effectLst/>
                <a:uFill>
                  <a:solidFill>
                    <a:srgbClr val="000000"/>
                  </a:solidFill>
                </a:uFill>
                <a:latin typeface="Times New Roman" panose="02020603050405020304" pitchFamily="18" charset="0"/>
                <a:ea typeface="Courier New" panose="02070309020205020404" pitchFamily="49" charset="0"/>
              </a:rPr>
              <a:t> </a:t>
            </a:r>
            <a:r>
              <a:rPr lang="en-US" sz="1400" b="1" u="heavy" dirty="0">
                <a:effectLst/>
                <a:uFill>
                  <a:solidFill>
                    <a:srgbClr val="000000"/>
                  </a:solidFill>
                </a:uFill>
                <a:latin typeface="Times New Roman" panose="02020603050405020304" pitchFamily="18" charset="0"/>
                <a:ea typeface="Courier New" panose="02070309020205020404" pitchFamily="49" charset="0"/>
              </a:rPr>
              <a:t>End:</a:t>
            </a:r>
            <a:endParaRPr lang="en-IN" sz="1400" b="1" u="sng" dirty="0">
              <a:effectLst/>
              <a:uFill>
                <a:solidFill>
                  <a:srgbClr val="000000"/>
                </a:solidFill>
              </a:uFill>
              <a:latin typeface="Times New Roman" panose="02020603050405020304" pitchFamily="18" charset="0"/>
              <a:ea typeface="Courier New" panose="02070309020205020404" pitchFamily="49" charset="0"/>
            </a:endParaRPr>
          </a:p>
          <a:p>
            <a:pPr marL="1143000" lvl="2" indent="-228600">
              <a:spcBef>
                <a:spcPts val="585"/>
              </a:spcBef>
              <a:spcAft>
                <a:spcPts val="0"/>
              </a:spcAft>
              <a:buSzPts val="1200"/>
              <a:buFont typeface="Wingdings" panose="05000000000000000000" pitchFamily="2" charset="2"/>
              <a:buChar char=""/>
              <a:tabLst>
                <a:tab pos="1384935" algn="l"/>
              </a:tabLst>
            </a:pPr>
            <a:r>
              <a:rPr lang="en-US" sz="1400" dirty="0">
                <a:effectLst/>
                <a:latin typeface="Times New Roman" panose="02020603050405020304" pitchFamily="18" charset="0"/>
                <a:ea typeface="Wingdings" panose="05000000000000000000" pitchFamily="2" charset="2"/>
                <a:cs typeface="Wingdings" panose="05000000000000000000" pitchFamily="2" charset="2"/>
              </a:rPr>
              <a:t>PHP</a:t>
            </a:r>
            <a:endParaRPr lang="en-IN" sz="1400" dirty="0">
              <a:effectLst/>
              <a:latin typeface="Times New Roman" panose="02020603050405020304" pitchFamily="18" charset="0"/>
              <a:ea typeface="Wingdings" panose="05000000000000000000" pitchFamily="2" charset="2"/>
              <a:cs typeface="Wingdings" panose="05000000000000000000" pitchFamily="2" charset="2"/>
            </a:endParaRPr>
          </a:p>
          <a:p>
            <a:pPr marL="1143000" lvl="2" indent="-228600">
              <a:spcBef>
                <a:spcPts val="585"/>
              </a:spcBef>
              <a:spcAft>
                <a:spcPts val="0"/>
              </a:spcAft>
              <a:buSzPts val="1200"/>
              <a:buFont typeface="Wingdings" panose="05000000000000000000" pitchFamily="2" charset="2"/>
              <a:buChar char=""/>
              <a:tabLst>
                <a:tab pos="1384935" algn="l"/>
              </a:tabLst>
            </a:pPr>
            <a:r>
              <a:rPr lang="en-US" sz="1400" dirty="0" err="1">
                <a:effectLst/>
                <a:latin typeface="Times New Roman" panose="02020603050405020304" pitchFamily="18" charset="0"/>
                <a:ea typeface="Wingdings" panose="05000000000000000000" pitchFamily="2" charset="2"/>
                <a:cs typeface="Wingdings" panose="05000000000000000000" pitchFamily="2" charset="2"/>
              </a:rPr>
              <a:t>MyPhpAdmin</a:t>
            </a:r>
            <a:endParaRPr lang="en-IN" sz="1400" dirty="0">
              <a:effectLst/>
              <a:latin typeface="Times New Roman" panose="02020603050405020304" pitchFamily="18" charset="0"/>
              <a:ea typeface="Wingdings" panose="05000000000000000000" pitchFamily="2" charset="2"/>
              <a:cs typeface="Wingdings" panose="05000000000000000000" pitchFamily="2" charset="2"/>
            </a:endParaRPr>
          </a:p>
          <a:p>
            <a:pPr marL="1143000" lvl="2" indent="-228600">
              <a:spcBef>
                <a:spcPts val="585"/>
              </a:spcBef>
              <a:spcAft>
                <a:spcPts val="0"/>
              </a:spcAft>
              <a:buSzPts val="1200"/>
              <a:buFont typeface="Wingdings" panose="05000000000000000000" pitchFamily="2" charset="2"/>
              <a:buChar char=""/>
              <a:tabLst>
                <a:tab pos="1384935" algn="l"/>
              </a:tabLst>
            </a:pPr>
            <a:r>
              <a:rPr lang="en-US" sz="1400" dirty="0">
                <a:effectLst/>
                <a:latin typeface="Times New Roman" panose="02020603050405020304" pitchFamily="18" charset="0"/>
                <a:ea typeface="Wingdings" panose="05000000000000000000" pitchFamily="2" charset="2"/>
                <a:cs typeface="Wingdings" panose="05000000000000000000" pitchFamily="2" charset="2"/>
              </a:rPr>
              <a:t>MYSQL</a:t>
            </a:r>
            <a:endParaRPr lang="en-IN" sz="1400" dirty="0">
              <a:effectLst/>
              <a:latin typeface="Times New Roman" panose="02020603050405020304" pitchFamily="18" charset="0"/>
              <a:ea typeface="Wingdings" panose="05000000000000000000" pitchFamily="2" charset="2"/>
              <a:cs typeface="Wingdings" panose="05000000000000000000" pitchFamily="2" charset="2"/>
            </a:endParaRPr>
          </a:p>
          <a:p>
            <a:pPr marL="1384300" algn="just">
              <a:spcBef>
                <a:spcPts val="695"/>
              </a:spcBef>
              <a:spcAft>
                <a:spcPts val="0"/>
              </a:spcAft>
            </a:pPr>
            <a:r>
              <a:rPr lang="en-US" sz="1400" dirty="0">
                <a:effectLst/>
                <a:latin typeface="Times New Roman" panose="02020603050405020304" pitchFamily="18" charset="0"/>
                <a:ea typeface="Times New Roman" panose="02020603050405020304" pitchFamily="18" charset="0"/>
              </a:rPr>
              <a:t>(Local</a:t>
            </a:r>
            <a:r>
              <a:rPr lang="en-US" sz="1400" spc="-10"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Database)</a:t>
            </a:r>
            <a:endParaRPr lang="en-IN" sz="1400" dirty="0">
              <a:effectLst/>
              <a:latin typeface="Times New Roman" panose="02020603050405020304" pitchFamily="18" charset="0"/>
              <a:ea typeface="Times New Roman" panose="02020603050405020304" pitchFamily="18" charset="0"/>
            </a:endParaRPr>
          </a:p>
          <a:p>
            <a:pPr marL="1384300" marR="416560" algn="just">
              <a:lnSpc>
                <a:spcPct val="150000"/>
              </a:lnSpc>
              <a:spcBef>
                <a:spcPts val="685"/>
              </a:spcBef>
              <a:spcAft>
                <a:spcPts val="0"/>
              </a:spcAft>
            </a:pPr>
            <a:r>
              <a:rPr lang="en-US" sz="1400" dirty="0">
                <a:effectLst/>
                <a:latin typeface="Times New Roman" panose="02020603050405020304" pitchFamily="18" charset="0"/>
                <a:ea typeface="Times New Roman" panose="02020603050405020304" pitchFamily="18" charset="0"/>
              </a:rPr>
              <a:t>SQL is used for database management and interactions. PHP Web</a:t>
            </a:r>
            <a:r>
              <a:rPr lang="en-US" sz="1400" spc="5"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often interact with databases (such as Microsoft SQL Server or MySQL) to</a:t>
            </a:r>
            <a:r>
              <a:rPr lang="en-US" sz="1400" spc="5"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store and retrieve </a:t>
            </a:r>
            <a:endParaRPr lang="en-IN" sz="1400" dirty="0">
              <a:effectLst/>
              <a:latin typeface="Times New Roman" panose="02020603050405020304" pitchFamily="18" charset="0"/>
              <a:ea typeface="Times New Roman" panose="02020603050405020304" pitchFamily="18" charset="0"/>
            </a:endParaRPr>
          </a:p>
          <a:p>
            <a:pPr marL="1384300" marR="416560" algn="just">
              <a:lnSpc>
                <a:spcPct val="150000"/>
              </a:lnSpc>
              <a:spcBef>
                <a:spcPts val="685"/>
              </a:spcBef>
              <a:spcAft>
                <a:spcPts val="0"/>
              </a:spcAft>
            </a:pPr>
            <a:r>
              <a:rPr lang="en-US" sz="1400" dirty="0">
                <a:effectLst/>
                <a:latin typeface="Times New Roman" panose="02020603050405020304" pitchFamily="18" charset="0"/>
                <a:ea typeface="Times New Roman" panose="02020603050405020304" pitchFamily="18" charset="0"/>
              </a:rPr>
              <a:t>data related to Indent, User and</a:t>
            </a:r>
            <a:r>
              <a:rPr lang="en-US" sz="1400" spc="5"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other</a:t>
            </a:r>
            <a:r>
              <a:rPr lang="en-US" sz="1400" spc="-15"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Web records.</a:t>
            </a:r>
            <a:endParaRPr lang="en-IN" sz="1400" dirty="0">
              <a:effectLst/>
              <a:latin typeface="Times New Roman" panose="02020603050405020304" pitchFamily="18" charset="0"/>
              <a:ea typeface="Times New Roman" panose="02020603050405020304" pitchFamily="18" charset="0"/>
            </a:endParaRPr>
          </a:p>
          <a:p>
            <a:pPr marL="742950" lvl="1" indent="-285750" algn="just">
              <a:buSzPts val="1200"/>
              <a:buFont typeface="Courier New" panose="02070309020205020404" pitchFamily="49" charset="0"/>
              <a:buChar char="o"/>
              <a:tabLst>
                <a:tab pos="927735" algn="l"/>
              </a:tabLst>
            </a:pPr>
            <a:r>
              <a:rPr lang="en-US" sz="1400" b="1" u="heavy" dirty="0">
                <a:effectLst/>
                <a:uFill>
                  <a:solidFill>
                    <a:srgbClr val="000000"/>
                  </a:solidFill>
                </a:uFill>
                <a:latin typeface="Times New Roman" panose="02020603050405020304" pitchFamily="18" charset="0"/>
                <a:ea typeface="Courier New" panose="02070309020205020404" pitchFamily="49" charset="0"/>
              </a:rPr>
              <a:t>Editor:</a:t>
            </a:r>
            <a:endParaRPr lang="en-IN" sz="1400" b="1" u="sng" dirty="0">
              <a:effectLst/>
              <a:uFill>
                <a:solidFill>
                  <a:srgbClr val="000000"/>
                </a:solidFill>
              </a:uFill>
              <a:latin typeface="Times New Roman" panose="02020603050405020304" pitchFamily="18" charset="0"/>
              <a:ea typeface="Courier New" panose="02070309020205020404" pitchFamily="49" charset="0"/>
            </a:endParaRPr>
          </a:p>
          <a:p>
            <a:pPr marL="1143000" lvl="2" indent="-228600" algn="just">
              <a:spcBef>
                <a:spcPts val="595"/>
              </a:spcBef>
              <a:spcAft>
                <a:spcPts val="0"/>
              </a:spcAft>
              <a:buSzPts val="1200"/>
              <a:buFont typeface="Wingdings" panose="05000000000000000000" pitchFamily="2" charset="2"/>
              <a:buChar char=""/>
              <a:tabLst>
                <a:tab pos="1384935" algn="l"/>
              </a:tabLst>
            </a:pPr>
            <a:r>
              <a:rPr lang="en-US" sz="1400" dirty="0">
                <a:effectLst/>
                <a:latin typeface="Times New Roman" panose="02020603050405020304" pitchFamily="18" charset="0"/>
                <a:ea typeface="Wingdings" panose="05000000000000000000" pitchFamily="2" charset="2"/>
                <a:cs typeface="Wingdings" panose="05000000000000000000" pitchFamily="2" charset="2"/>
              </a:rPr>
              <a:t>Visual Studio Code Editor</a:t>
            </a:r>
            <a:endParaRPr lang="en-IN" sz="1400" dirty="0">
              <a:effectLst/>
              <a:latin typeface="Times New Roman" panose="02020603050405020304" pitchFamily="18" charset="0"/>
              <a:ea typeface="Wingdings" panose="05000000000000000000" pitchFamily="2" charset="2"/>
              <a:cs typeface="Wingdings" panose="05000000000000000000" pitchFamily="2" charset="2"/>
            </a:endParaRPr>
          </a:p>
          <a:p>
            <a:br>
              <a:rPr lang="en-US" sz="1400" dirty="0">
                <a:effectLst/>
                <a:latin typeface="Times New Roman" panose="02020603050405020304" pitchFamily="18" charset="0"/>
                <a:ea typeface="Times New Roman" panose="02020603050405020304" pitchFamily="18" charset="0"/>
              </a:rPr>
            </a:br>
            <a:endParaRPr lang="en-IN" sz="1400" dirty="0"/>
          </a:p>
        </p:txBody>
      </p:sp>
    </p:spTree>
    <p:extLst>
      <p:ext uri="{BB962C8B-B14F-4D97-AF65-F5344CB8AC3E}">
        <p14:creationId xmlns:p14="http://schemas.microsoft.com/office/powerpoint/2010/main" val="3525193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EAE72F-0192-770D-C5F8-816C26D3E9C2}"/>
              </a:ext>
            </a:extLst>
          </p:cNvPr>
          <p:cNvSpPr txBox="1"/>
          <p:nvPr/>
        </p:nvSpPr>
        <p:spPr>
          <a:xfrm>
            <a:off x="3048965" y="117387"/>
            <a:ext cx="6094070" cy="6437147"/>
          </a:xfrm>
          <a:prstGeom prst="rect">
            <a:avLst/>
          </a:prstGeom>
          <a:noFill/>
        </p:spPr>
        <p:txBody>
          <a:bodyPr wrap="square">
            <a:spAutoFit/>
          </a:bodyPr>
          <a:lstStyle/>
          <a:p>
            <a:pPr>
              <a:spcBef>
                <a:spcPts val="15"/>
              </a:spcBef>
            </a:pPr>
            <a:r>
              <a:rPr lang="en-US" sz="1400" b="1" dirty="0">
                <a:effectLst/>
                <a:latin typeface="Times New Roman" panose="02020603050405020304" pitchFamily="18" charset="0"/>
                <a:ea typeface="Times New Roman" panose="02020603050405020304" pitchFamily="18" charset="0"/>
              </a:rPr>
              <a:t>             	</a:t>
            </a:r>
            <a:r>
              <a:rPr lang="en-US" b="1" dirty="0">
                <a:effectLst/>
                <a:latin typeface="Times New Roman" panose="02020603050405020304" pitchFamily="18" charset="0"/>
                <a:ea typeface="Times New Roman" panose="02020603050405020304" pitchFamily="18" charset="0"/>
              </a:rPr>
              <a:t>	Existing System</a:t>
            </a:r>
            <a:r>
              <a:rPr lang="en-US" dirty="0">
                <a:effectLst/>
                <a:latin typeface="Times New Roman" panose="02020603050405020304" pitchFamily="18" charset="0"/>
                <a:ea typeface="Times New Roman" panose="02020603050405020304" pitchFamily="18" charset="0"/>
              </a:rPr>
              <a:t> </a:t>
            </a:r>
            <a:endParaRPr lang="en-IN" b="1" kern="0" dirty="0">
              <a:effectLst/>
              <a:latin typeface="Times New Roman" panose="02020603050405020304" pitchFamily="18" charset="0"/>
              <a:ea typeface="Times New Roman" panose="02020603050405020304" pitchFamily="18" charset="0"/>
            </a:endParaRPr>
          </a:p>
          <a:p>
            <a:r>
              <a:rPr lang="en-US" sz="1400" b="1" dirty="0">
                <a:effectLst/>
                <a:latin typeface="Times New Roman" panose="02020603050405020304" pitchFamily="18" charset="0"/>
                <a:ea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endParaRPr>
          </a:p>
          <a:p>
            <a:r>
              <a:rPr lang="en-US" sz="1400" b="1" dirty="0">
                <a:effectLst/>
                <a:latin typeface="Times New Roman" panose="02020603050405020304" pitchFamily="18" charset="0"/>
                <a:ea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endParaRPr>
          </a:p>
          <a:p>
            <a:pPr marL="342900" marR="420370" lvl="0" indent="-342900">
              <a:lnSpc>
                <a:spcPct val="145000"/>
              </a:lnSpc>
              <a:spcBef>
                <a:spcPts val="675"/>
              </a:spcBef>
              <a:spcAft>
                <a:spcPts val="0"/>
              </a:spcAft>
              <a:buSzPts val="1200"/>
              <a:buFont typeface="Symbol" panose="05050102010706020507" pitchFamily="18" charset="2"/>
              <a:buChar char=""/>
              <a:tabLst>
                <a:tab pos="927100" algn="l"/>
                <a:tab pos="927735" algn="l"/>
              </a:tabLst>
            </a:pPr>
            <a:r>
              <a:rPr lang="en-US" sz="1600" dirty="0">
                <a:effectLst/>
                <a:latin typeface="Times New Roman" panose="02020603050405020304" pitchFamily="18" charset="0"/>
                <a:ea typeface="Symbol" panose="05050102010706020507" pitchFamily="18" charset="2"/>
                <a:cs typeface="Symbol" panose="05050102010706020507" pitchFamily="18" charset="2"/>
              </a:rPr>
              <a:t>Request Submission: Employees or departments within the organization submit requests for goods or services that they require. This could include items such as office supplies, equipment, or services from other departments.</a:t>
            </a:r>
            <a:endParaRPr lang="en-IN" sz="1600" dirty="0">
              <a:effectLst/>
              <a:latin typeface="Times New Roman" panose="02020603050405020304" pitchFamily="18" charset="0"/>
              <a:ea typeface="Symbol" panose="05050102010706020507" pitchFamily="18" charset="2"/>
              <a:cs typeface="Symbol" panose="05050102010706020507" pitchFamily="18" charset="2"/>
            </a:endParaRPr>
          </a:p>
          <a:p>
            <a:pPr marL="342900" marR="420370" lvl="0" indent="-342900">
              <a:lnSpc>
                <a:spcPct val="145000"/>
              </a:lnSpc>
              <a:spcBef>
                <a:spcPts val="675"/>
              </a:spcBef>
              <a:spcAft>
                <a:spcPts val="0"/>
              </a:spcAft>
              <a:buSzPts val="1200"/>
              <a:buFont typeface="Symbol" panose="05050102010706020507" pitchFamily="18" charset="2"/>
              <a:buChar char=""/>
              <a:tabLst>
                <a:tab pos="927100" algn="l"/>
                <a:tab pos="927735" algn="l"/>
              </a:tabLst>
            </a:pPr>
            <a:r>
              <a:rPr lang="en-US" sz="1600" dirty="0">
                <a:effectLst/>
                <a:latin typeface="Times New Roman" panose="02020603050405020304" pitchFamily="18" charset="0"/>
                <a:ea typeface="Symbol" panose="05050102010706020507" pitchFamily="18" charset="2"/>
                <a:cs typeface="Symbol" panose="05050102010706020507" pitchFamily="18" charset="2"/>
              </a:rPr>
              <a:t>Indent Slip Creation: Upon receiving a request, the requester fills out an indent slip, providing details such as the requested item(s), quantity, purpose, and any specific requirements. The indent slip may also include fields for approval signatures or comments.</a:t>
            </a:r>
            <a:endParaRPr lang="en-IN" sz="1600" dirty="0">
              <a:effectLst/>
              <a:latin typeface="Times New Roman" panose="02020603050405020304" pitchFamily="18" charset="0"/>
              <a:ea typeface="Symbol" panose="05050102010706020507" pitchFamily="18" charset="2"/>
              <a:cs typeface="Symbol" panose="05050102010706020507" pitchFamily="18" charset="2"/>
            </a:endParaRPr>
          </a:p>
          <a:p>
            <a:pPr marL="342900" marR="420370" lvl="0" indent="-342900">
              <a:lnSpc>
                <a:spcPct val="145000"/>
              </a:lnSpc>
              <a:spcBef>
                <a:spcPts val="675"/>
              </a:spcBef>
              <a:spcAft>
                <a:spcPts val="0"/>
              </a:spcAft>
              <a:buSzPts val="1200"/>
              <a:buFont typeface="Symbol" panose="05050102010706020507" pitchFamily="18" charset="2"/>
              <a:buChar char=""/>
              <a:tabLst>
                <a:tab pos="927100" algn="l"/>
                <a:tab pos="927735" algn="l"/>
              </a:tabLst>
            </a:pPr>
            <a:r>
              <a:rPr lang="en-US" sz="1600" dirty="0">
                <a:effectLst/>
                <a:latin typeface="Times New Roman" panose="02020603050405020304" pitchFamily="18" charset="0"/>
                <a:ea typeface="Symbol" panose="05050102010706020507" pitchFamily="18" charset="2"/>
                <a:cs typeface="Symbol" panose="05050102010706020507" pitchFamily="18" charset="2"/>
              </a:rPr>
              <a:t>Approval Process: The indent slip is typically routed through an approval process, where designated personnel review and approve the request. Depending on the organization's policies, this may involve multiple levels of approval based on factors such as cost, budget allocation, or departmental authority.</a:t>
            </a:r>
            <a:endParaRPr lang="en-IN" sz="1600" dirty="0">
              <a:effectLst/>
              <a:latin typeface="Times New Roman" panose="02020603050405020304" pitchFamily="18" charset="0"/>
              <a:ea typeface="Symbol" panose="05050102010706020507" pitchFamily="18" charset="2"/>
              <a:cs typeface="Symbol" panose="05050102010706020507" pitchFamily="18" charset="2"/>
            </a:endParaRPr>
          </a:p>
          <a:p>
            <a:br>
              <a:rPr lang="en-US" sz="1400" dirty="0">
                <a:effectLst/>
                <a:latin typeface="Times New Roman" panose="02020603050405020304" pitchFamily="18" charset="0"/>
                <a:ea typeface="Times New Roman" panose="02020603050405020304" pitchFamily="18" charset="0"/>
              </a:rPr>
            </a:br>
            <a:endParaRPr lang="en-IN" sz="1400" dirty="0"/>
          </a:p>
        </p:txBody>
      </p:sp>
    </p:spTree>
    <p:extLst>
      <p:ext uri="{BB962C8B-B14F-4D97-AF65-F5344CB8AC3E}">
        <p14:creationId xmlns:p14="http://schemas.microsoft.com/office/powerpoint/2010/main" val="2900316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CC9A71-DC29-4B29-4E9B-954480E9872E}"/>
              </a:ext>
            </a:extLst>
          </p:cNvPr>
          <p:cNvSpPr txBox="1"/>
          <p:nvPr/>
        </p:nvSpPr>
        <p:spPr>
          <a:xfrm>
            <a:off x="2792393" y="335903"/>
            <a:ext cx="6094070" cy="6150402"/>
          </a:xfrm>
          <a:prstGeom prst="rect">
            <a:avLst/>
          </a:prstGeom>
          <a:noFill/>
        </p:spPr>
        <p:txBody>
          <a:bodyPr wrap="square">
            <a:spAutoFit/>
          </a:bodyPr>
          <a:lstStyle/>
          <a:p>
            <a:r>
              <a:rPr lang="en-US" sz="110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r>
              <a:rPr lang="en-US" sz="110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pPr>
              <a:spcBef>
                <a:spcPts val="40"/>
              </a:spcBef>
            </a:pPr>
            <a:r>
              <a:rPr lang="en-US" sz="105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pPr marL="2293620" marR="2242820" algn="ctr">
              <a:spcBef>
                <a:spcPts val="445"/>
              </a:spcBef>
              <a:spcAft>
                <a:spcPts val="0"/>
              </a:spcAft>
            </a:pPr>
            <a:r>
              <a:rPr lang="en-US" b="1" kern="0" dirty="0">
                <a:solidFill>
                  <a:srgbClr val="000000"/>
                </a:solidFill>
                <a:effectLst/>
                <a:latin typeface="Times New Roman" panose="02020603050405020304" pitchFamily="18" charset="0"/>
                <a:ea typeface="Times New Roman" panose="02020603050405020304" pitchFamily="18" charset="0"/>
              </a:rPr>
              <a:t>Hardware</a:t>
            </a:r>
            <a:r>
              <a:rPr lang="en-US" b="1" kern="0" spc="-20" dirty="0">
                <a:solidFill>
                  <a:srgbClr val="000000"/>
                </a:solidFill>
                <a:effectLst/>
                <a:latin typeface="Times New Roman" panose="02020603050405020304" pitchFamily="18" charset="0"/>
                <a:ea typeface="Times New Roman" panose="02020603050405020304" pitchFamily="18" charset="0"/>
              </a:rPr>
              <a:t> </a:t>
            </a:r>
            <a:r>
              <a:rPr lang="en-US" b="1" kern="0" dirty="0">
                <a:solidFill>
                  <a:srgbClr val="000000"/>
                </a:solidFill>
                <a:effectLst/>
                <a:latin typeface="Times New Roman" panose="02020603050405020304" pitchFamily="18" charset="0"/>
                <a:ea typeface="Times New Roman" panose="02020603050405020304" pitchFamily="18" charset="0"/>
              </a:rPr>
              <a:t>and</a:t>
            </a:r>
            <a:r>
              <a:rPr lang="en-US" b="1" kern="0" spc="-15" dirty="0">
                <a:solidFill>
                  <a:srgbClr val="000000"/>
                </a:solidFill>
                <a:effectLst/>
                <a:latin typeface="Times New Roman" panose="02020603050405020304" pitchFamily="18" charset="0"/>
                <a:ea typeface="Times New Roman" panose="02020603050405020304" pitchFamily="18" charset="0"/>
              </a:rPr>
              <a:t> </a:t>
            </a:r>
            <a:r>
              <a:rPr lang="en-US" b="1" kern="0" dirty="0">
                <a:solidFill>
                  <a:srgbClr val="000000"/>
                </a:solidFill>
                <a:effectLst/>
                <a:latin typeface="Times New Roman" panose="02020603050405020304" pitchFamily="18" charset="0"/>
                <a:ea typeface="Times New Roman" panose="02020603050405020304" pitchFamily="18" charset="0"/>
              </a:rPr>
              <a:t>Software</a:t>
            </a:r>
            <a:endParaRPr lang="en-IN" b="1" kern="0" dirty="0">
              <a:effectLst/>
              <a:latin typeface="Times New Roman" panose="02020603050405020304" pitchFamily="18" charset="0"/>
              <a:ea typeface="Times New Roman" panose="02020603050405020304" pitchFamily="18" charset="0"/>
            </a:endParaRPr>
          </a:p>
          <a:p>
            <a:r>
              <a:rPr lang="en-US" b="1"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pPr>
              <a:spcBef>
                <a:spcPts val="50"/>
              </a:spcBef>
            </a:pPr>
            <a:r>
              <a:rPr lang="en-US" sz="1600" b="1"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pPr marL="469900"/>
            <a:r>
              <a:rPr lang="en-US" sz="1600" b="1" u="heavy" dirty="0">
                <a:effectLst/>
                <a:uFill>
                  <a:solidFill>
                    <a:srgbClr val="000000"/>
                  </a:solidFill>
                </a:uFill>
                <a:latin typeface="Times New Roman" panose="02020603050405020304" pitchFamily="18" charset="0"/>
                <a:ea typeface="Times New Roman" panose="02020603050405020304" pitchFamily="18" charset="0"/>
              </a:rPr>
              <a:t>Hardware</a:t>
            </a:r>
            <a:r>
              <a:rPr lang="en-US" sz="1600" b="1" u="heavy" spc="-35" dirty="0">
                <a:effectLst/>
                <a:uFill>
                  <a:solidFill>
                    <a:srgbClr val="000000"/>
                  </a:solidFill>
                </a:uFill>
                <a:latin typeface="Times New Roman" panose="02020603050405020304" pitchFamily="18" charset="0"/>
                <a:ea typeface="Times New Roman" panose="02020603050405020304" pitchFamily="18" charset="0"/>
              </a:rPr>
              <a:t> </a:t>
            </a:r>
            <a:r>
              <a:rPr lang="en-US" sz="1600" b="1" u="heavy" dirty="0">
                <a:effectLst/>
                <a:uFill>
                  <a:solidFill>
                    <a:srgbClr val="000000"/>
                  </a:solidFill>
                </a:uFill>
                <a:latin typeface="Times New Roman" panose="02020603050405020304" pitchFamily="18" charset="0"/>
                <a:ea typeface="Times New Roman" panose="02020603050405020304" pitchFamily="18" charset="0"/>
              </a:rPr>
              <a:t>Requirements:</a:t>
            </a:r>
            <a:endParaRPr lang="en-IN" sz="1600" b="1" u="sng" dirty="0">
              <a:effectLst/>
              <a:uFill>
                <a:solidFill>
                  <a:srgbClr val="000000"/>
                </a:solidFill>
              </a:uFill>
              <a:latin typeface="Times New Roman" panose="02020603050405020304" pitchFamily="18" charset="0"/>
              <a:ea typeface="Times New Roman" panose="02020603050405020304" pitchFamily="18" charset="0"/>
            </a:endParaRPr>
          </a:p>
          <a:p>
            <a:pPr marL="469900">
              <a:spcBef>
                <a:spcPts val="915"/>
              </a:spcBef>
              <a:spcAft>
                <a:spcPts val="0"/>
              </a:spcAft>
            </a:pPr>
            <a:r>
              <a:rPr lang="en-US" sz="1600" dirty="0">
                <a:effectLst/>
                <a:latin typeface="Times New Roman" panose="02020603050405020304" pitchFamily="18" charset="0"/>
                <a:ea typeface="Times New Roman" panose="02020603050405020304" pitchFamily="18" charset="0"/>
              </a:rPr>
              <a:t>The</a:t>
            </a:r>
            <a:r>
              <a:rPr lang="en-US" sz="1600" spc="-1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following</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is</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a:t>
            </a:r>
            <a:r>
              <a:rPr lang="en-US" sz="1600" spc="-1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list</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of</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minimum</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requirements</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of hardware,</a:t>
            </a:r>
            <a:endParaRPr lang="en-IN" sz="1600" dirty="0">
              <a:effectLst/>
              <a:latin typeface="Times New Roman" panose="02020603050405020304" pitchFamily="18" charset="0"/>
              <a:ea typeface="Times New Roman" panose="02020603050405020304" pitchFamily="18" charset="0"/>
            </a:endParaRPr>
          </a:p>
          <a:p>
            <a:pPr marL="1143000" lvl="2" indent="-228600">
              <a:spcBef>
                <a:spcPts val="910"/>
              </a:spcBef>
              <a:spcAft>
                <a:spcPts val="0"/>
              </a:spcAft>
              <a:buSzPts val="1200"/>
              <a:buFont typeface="Times New Roman" panose="02020603050405020304" pitchFamily="18" charset="0"/>
              <a:buAutoNum type="arabicPeriod"/>
              <a:tabLst>
                <a:tab pos="2299335" algn="l"/>
              </a:tabLst>
            </a:pPr>
            <a:r>
              <a:rPr lang="en-US" sz="1600" dirty="0">
                <a:effectLst/>
                <a:latin typeface="Times New Roman" panose="02020603050405020304" pitchFamily="18" charset="0"/>
                <a:ea typeface="Times New Roman" panose="02020603050405020304" pitchFamily="18" charset="0"/>
              </a:rPr>
              <a:t>Laptop/Desktop</a:t>
            </a:r>
            <a:endParaRPr lang="en-IN" sz="1400" dirty="0">
              <a:effectLst/>
              <a:latin typeface="Times New Roman" panose="02020603050405020304" pitchFamily="18" charset="0"/>
              <a:ea typeface="Times New Roman" panose="02020603050405020304" pitchFamily="18" charset="0"/>
            </a:endParaRPr>
          </a:p>
          <a:p>
            <a:pPr marL="1143000" lvl="2" indent="-228600">
              <a:spcBef>
                <a:spcPts val="685"/>
              </a:spcBef>
              <a:spcAft>
                <a:spcPts val="0"/>
              </a:spcAft>
              <a:buSzPts val="1200"/>
              <a:buFont typeface="Times New Roman" panose="02020603050405020304" pitchFamily="18" charset="0"/>
              <a:buAutoNum type="arabicPeriod"/>
              <a:tabLst>
                <a:tab pos="2299335" algn="l"/>
                <a:tab pos="3670935" algn="l"/>
              </a:tabLst>
            </a:pPr>
            <a:r>
              <a:rPr lang="en-US" sz="1600" dirty="0">
                <a:effectLst/>
                <a:latin typeface="Times New Roman" panose="02020603050405020304" pitchFamily="18" charset="0"/>
                <a:ea typeface="Times New Roman" panose="02020603050405020304" pitchFamily="18" charset="0"/>
              </a:rPr>
              <a:t>Memory	:</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Minimum</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8GB RAM</a:t>
            </a:r>
            <a:endParaRPr lang="en-IN" sz="1400" dirty="0">
              <a:effectLst/>
              <a:latin typeface="Times New Roman" panose="02020603050405020304" pitchFamily="18" charset="0"/>
              <a:ea typeface="Times New Roman" panose="02020603050405020304" pitchFamily="18" charset="0"/>
            </a:endParaRPr>
          </a:p>
          <a:p>
            <a:pPr marL="1143000" lvl="2" indent="-228600">
              <a:spcBef>
                <a:spcPts val="700"/>
              </a:spcBef>
              <a:spcAft>
                <a:spcPts val="0"/>
              </a:spcAft>
              <a:buSzPts val="1200"/>
              <a:buFont typeface="Times New Roman" panose="02020603050405020304" pitchFamily="18" charset="0"/>
              <a:buAutoNum type="arabicPeriod"/>
              <a:tabLst>
                <a:tab pos="2299335" algn="l"/>
                <a:tab pos="3670935" algn="l"/>
              </a:tabLst>
            </a:pPr>
            <a:r>
              <a:rPr lang="en-US" sz="1600" dirty="0">
                <a:effectLst/>
                <a:latin typeface="Times New Roman" panose="02020603050405020304" pitchFamily="18" charset="0"/>
                <a:ea typeface="Times New Roman" panose="02020603050405020304" pitchFamily="18" charset="0"/>
              </a:rPr>
              <a:t>Hard</a:t>
            </a:r>
            <a:r>
              <a:rPr lang="en-US" sz="1600" spc="-1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Disk	: Minimum 256GB Hard disk</a:t>
            </a:r>
            <a:endParaRPr lang="en-IN" sz="1400" dirty="0">
              <a:effectLst/>
              <a:latin typeface="Times New Roman" panose="02020603050405020304" pitchFamily="18" charset="0"/>
              <a:ea typeface="Times New Roman" panose="02020603050405020304" pitchFamily="18" charset="0"/>
            </a:endParaRPr>
          </a:p>
          <a:p>
            <a:pPr marL="1143000" lvl="2" indent="-228600">
              <a:spcBef>
                <a:spcPts val="685"/>
              </a:spcBef>
              <a:spcAft>
                <a:spcPts val="0"/>
              </a:spcAft>
              <a:buSzPts val="1200"/>
              <a:buFont typeface="Times New Roman" panose="02020603050405020304" pitchFamily="18" charset="0"/>
              <a:buAutoNum type="arabicPeriod"/>
              <a:tabLst>
                <a:tab pos="2299335" algn="l"/>
                <a:tab pos="3670935" algn="l"/>
              </a:tabLst>
            </a:pPr>
            <a:r>
              <a:rPr lang="en-US" sz="1600" dirty="0">
                <a:effectLst/>
                <a:latin typeface="Times New Roman" panose="02020603050405020304" pitchFamily="18" charset="0"/>
                <a:ea typeface="Times New Roman" panose="02020603050405020304" pitchFamily="18" charset="0"/>
              </a:rPr>
              <a:t>Interface	:</a:t>
            </a:r>
            <a:r>
              <a:rPr lang="en-US" sz="1600" spc="-1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Mouse,</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Keyboard</a:t>
            </a:r>
            <a:endParaRPr lang="en-IN" sz="14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pPr>
              <a:spcBef>
                <a:spcPts val="45"/>
              </a:spcBef>
            </a:pPr>
            <a:r>
              <a:rPr lang="en-US" sz="160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pPr marL="469900"/>
            <a:r>
              <a:rPr lang="en-US" sz="1600" b="1" u="heavy" dirty="0">
                <a:effectLst/>
                <a:uFill>
                  <a:solidFill>
                    <a:srgbClr val="000000"/>
                  </a:solidFill>
                </a:uFill>
                <a:latin typeface="Times New Roman" panose="02020603050405020304" pitchFamily="18" charset="0"/>
                <a:ea typeface="Times New Roman" panose="02020603050405020304" pitchFamily="18" charset="0"/>
              </a:rPr>
              <a:t>Software</a:t>
            </a:r>
            <a:r>
              <a:rPr lang="en-US" sz="1600" b="1" u="heavy" spc="-10" dirty="0">
                <a:effectLst/>
                <a:uFill>
                  <a:solidFill>
                    <a:srgbClr val="000000"/>
                  </a:solidFill>
                </a:uFill>
                <a:latin typeface="Times New Roman" panose="02020603050405020304" pitchFamily="18" charset="0"/>
                <a:ea typeface="Times New Roman" panose="02020603050405020304" pitchFamily="18" charset="0"/>
              </a:rPr>
              <a:t> </a:t>
            </a:r>
            <a:r>
              <a:rPr lang="en-US" sz="1600" b="1" u="heavy" dirty="0">
                <a:effectLst/>
                <a:uFill>
                  <a:solidFill>
                    <a:srgbClr val="000000"/>
                  </a:solidFill>
                </a:uFill>
                <a:latin typeface="Times New Roman" panose="02020603050405020304" pitchFamily="18" charset="0"/>
                <a:ea typeface="Times New Roman" panose="02020603050405020304" pitchFamily="18" charset="0"/>
              </a:rPr>
              <a:t>Requirements:</a:t>
            </a:r>
            <a:endParaRPr lang="en-IN" sz="1600" b="1" u="sng" dirty="0">
              <a:effectLst/>
              <a:uFill>
                <a:solidFill>
                  <a:srgbClr val="000000"/>
                </a:solidFill>
              </a:uFill>
              <a:latin typeface="Times New Roman" panose="02020603050405020304" pitchFamily="18" charset="0"/>
              <a:ea typeface="Times New Roman" panose="02020603050405020304" pitchFamily="18" charset="0"/>
            </a:endParaRPr>
          </a:p>
          <a:p>
            <a:pPr marL="469900">
              <a:spcBef>
                <a:spcPts val="915"/>
              </a:spcBef>
              <a:spcAft>
                <a:spcPts val="0"/>
              </a:spcAft>
            </a:pPr>
            <a:r>
              <a:rPr lang="en-US" sz="1600" dirty="0">
                <a:effectLst/>
                <a:latin typeface="Times New Roman" panose="02020603050405020304" pitchFamily="18" charset="0"/>
                <a:ea typeface="Times New Roman" panose="02020603050405020304" pitchFamily="18" charset="0"/>
              </a:rPr>
              <a:t>This</a:t>
            </a:r>
            <a:r>
              <a:rPr lang="en-US" sz="1600" spc="-1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system</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requires</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the following</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software</a:t>
            </a:r>
            <a:endParaRPr lang="en-IN" sz="1600" dirty="0">
              <a:effectLst/>
              <a:latin typeface="Times New Roman" panose="02020603050405020304" pitchFamily="18" charset="0"/>
              <a:ea typeface="Times New Roman" panose="02020603050405020304" pitchFamily="18" charset="0"/>
            </a:endParaRPr>
          </a:p>
          <a:p>
            <a:pPr marL="342900" lvl="0" indent="-342900">
              <a:spcBef>
                <a:spcPts val="910"/>
              </a:spcBef>
              <a:spcAft>
                <a:spcPts val="0"/>
              </a:spcAft>
              <a:buSzPts val="1200"/>
              <a:buFont typeface="Times New Roman" panose="02020603050405020304" pitchFamily="18" charset="0"/>
              <a:buAutoNum type="arabicPeriod"/>
              <a:tabLst>
                <a:tab pos="2299335" algn="l"/>
              </a:tabLst>
            </a:pPr>
            <a:r>
              <a:rPr lang="en-US" sz="1600" dirty="0">
                <a:effectLst/>
                <a:latin typeface="Times New Roman" panose="02020603050405020304" pitchFamily="18" charset="0"/>
                <a:ea typeface="Times New Roman" panose="02020603050405020304" pitchFamily="18" charset="0"/>
              </a:rPr>
              <a:t>OS:</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Windows</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10 and</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above</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or</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macOS</a:t>
            </a:r>
            <a:endParaRPr lang="en-IN" sz="1400" dirty="0">
              <a:effectLst/>
              <a:latin typeface="Times New Roman" panose="02020603050405020304" pitchFamily="18" charset="0"/>
              <a:ea typeface="Times New Roman" panose="02020603050405020304" pitchFamily="18" charset="0"/>
            </a:endParaRPr>
          </a:p>
          <a:p>
            <a:pPr marL="342900" lvl="0" indent="-342900">
              <a:spcBef>
                <a:spcPts val="700"/>
              </a:spcBef>
              <a:spcAft>
                <a:spcPts val="0"/>
              </a:spcAft>
              <a:buSzPts val="1200"/>
              <a:buFont typeface="Times New Roman" panose="02020603050405020304" pitchFamily="18" charset="0"/>
              <a:buAutoNum type="arabicPeriod"/>
              <a:tabLst>
                <a:tab pos="2299335" algn="l"/>
              </a:tabLst>
            </a:pPr>
            <a:r>
              <a:rPr lang="en-US" sz="1600" dirty="0">
                <a:effectLst/>
                <a:latin typeface="Times New Roman" panose="02020603050405020304" pitchFamily="18" charset="0"/>
                <a:ea typeface="Times New Roman" panose="02020603050405020304" pitchFamily="18" charset="0"/>
              </a:rPr>
              <a:t>Visual Studio Code Editor</a:t>
            </a:r>
            <a:endParaRPr lang="en-IN" sz="1400" dirty="0">
              <a:effectLst/>
              <a:latin typeface="Times New Roman" panose="02020603050405020304" pitchFamily="18" charset="0"/>
              <a:ea typeface="Times New Roman" panose="02020603050405020304" pitchFamily="18" charset="0"/>
            </a:endParaRPr>
          </a:p>
          <a:p>
            <a:pPr marL="342900" lvl="0" indent="-342900">
              <a:spcBef>
                <a:spcPts val="695"/>
              </a:spcBef>
              <a:spcAft>
                <a:spcPts val="0"/>
              </a:spcAft>
              <a:buSzPts val="1200"/>
              <a:buFont typeface="Times New Roman" panose="02020603050405020304" pitchFamily="18" charset="0"/>
              <a:buAutoNum type="arabicPeriod"/>
              <a:tabLst>
                <a:tab pos="2299335" algn="l"/>
              </a:tabLst>
            </a:pPr>
            <a:r>
              <a:rPr lang="en-US" sz="1600" dirty="0">
                <a:effectLst/>
                <a:latin typeface="Times New Roman" panose="02020603050405020304" pitchFamily="18" charset="0"/>
                <a:ea typeface="Times New Roman" panose="02020603050405020304" pitchFamily="18" charset="0"/>
              </a:rPr>
              <a:t>Microsoft</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Word</a:t>
            </a:r>
            <a:endParaRPr lang="en-IN" sz="1400" dirty="0">
              <a:effectLst/>
              <a:latin typeface="Times New Roman" panose="02020603050405020304" pitchFamily="18" charset="0"/>
              <a:ea typeface="Times New Roman" panose="02020603050405020304" pitchFamily="18" charset="0"/>
            </a:endParaRPr>
          </a:p>
          <a:p>
            <a:pPr marL="342900" lvl="0" indent="-342900">
              <a:spcBef>
                <a:spcPts val="685"/>
              </a:spcBef>
              <a:spcAft>
                <a:spcPts val="0"/>
              </a:spcAft>
              <a:buSzPts val="1200"/>
              <a:buFont typeface="Times New Roman" panose="02020603050405020304" pitchFamily="18" charset="0"/>
              <a:buAutoNum type="arabicPeriod"/>
              <a:tabLst>
                <a:tab pos="2299335" algn="l"/>
              </a:tabLst>
            </a:pPr>
            <a:r>
              <a:rPr lang="en-US" sz="1600" dirty="0">
                <a:effectLst/>
                <a:latin typeface="Times New Roman" panose="02020603050405020304" pitchFamily="18" charset="0"/>
                <a:ea typeface="Times New Roman" panose="02020603050405020304" pitchFamily="18" charset="0"/>
              </a:rPr>
              <a:t>Microsoft</a:t>
            </a:r>
            <a:r>
              <a:rPr lang="en-US" sz="1600" spc="-1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PowerPoint</a:t>
            </a:r>
            <a:endParaRPr lang="en-IN"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239084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921D984-2C4C-DCEF-D12E-A9BA87E66A79}"/>
              </a:ext>
            </a:extLst>
          </p:cNvPr>
          <p:cNvSpPr>
            <a:spLocks noChangeArrowheads="1"/>
          </p:cNvSpPr>
          <p:nvPr/>
        </p:nvSpPr>
        <p:spPr bwMode="auto">
          <a:xfrm>
            <a:off x="1678330" y="695259"/>
            <a:ext cx="5106232" cy="1073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98280" tIns="149178" rIns="2242431" bIns="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Data Flow Diagram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Process Hierarchy</a:t>
            </a:r>
            <a:endParaRPr kumimoji="0" lang="en-US" altLang="en-US" sz="1200" b="1" i="0" u="sng"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49" name="Picture 6">
            <a:extLst>
              <a:ext uri="{FF2B5EF4-FFF2-40B4-BE49-F238E27FC236}">
                <a16:creationId xmlns:a16="http://schemas.microsoft.com/office/drawing/2014/main" id="{F539EED3-B21E-711E-BF8B-2D1BFF5D17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9494" y="1473652"/>
            <a:ext cx="6604000" cy="284638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5CCE2ED9-24C5-68AB-AD43-FE99AC8CF281}"/>
              </a:ext>
            </a:extLst>
          </p:cNvPr>
          <p:cNvSpPr>
            <a:spLocks noChangeArrowheads="1"/>
          </p:cNvSpPr>
          <p:nvPr/>
        </p:nvSpPr>
        <p:spPr bwMode="auto">
          <a:xfrm>
            <a:off x="2517494" y="243964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TextBox 4">
            <a:extLst>
              <a:ext uri="{FF2B5EF4-FFF2-40B4-BE49-F238E27FC236}">
                <a16:creationId xmlns:a16="http://schemas.microsoft.com/office/drawing/2014/main" id="{37814D22-BD30-C6A5-E32A-C6B5D6593FBA}"/>
              </a:ext>
            </a:extLst>
          </p:cNvPr>
          <p:cNvSpPr txBox="1"/>
          <p:nvPr/>
        </p:nvSpPr>
        <p:spPr>
          <a:xfrm>
            <a:off x="1781537" y="4463391"/>
            <a:ext cx="7355710" cy="1841914"/>
          </a:xfrm>
          <a:prstGeom prst="rect">
            <a:avLst/>
          </a:prstGeom>
          <a:noFill/>
        </p:spPr>
        <p:txBody>
          <a:bodyPr wrap="square">
            <a:spAutoFit/>
          </a:bodyPr>
          <a:lstStyle/>
          <a:p>
            <a:pPr marL="469900" algn="just"/>
            <a:r>
              <a:rPr lang="en-US" sz="1600" b="1" dirty="0">
                <a:effectLst/>
                <a:latin typeface="Times New Roman" panose="02020603050405020304" pitchFamily="18" charset="0"/>
                <a:ea typeface="Times New Roman" panose="02020603050405020304" pitchFamily="18" charset="0"/>
              </a:rPr>
              <a:t>Process</a:t>
            </a:r>
            <a:r>
              <a:rPr lang="en-US" sz="1600" b="1" spc="-15" dirty="0">
                <a:effectLst/>
                <a:latin typeface="Times New Roman" panose="02020603050405020304" pitchFamily="18" charset="0"/>
                <a:ea typeface="Times New Roman" panose="02020603050405020304" pitchFamily="18" charset="0"/>
              </a:rPr>
              <a:t> </a:t>
            </a:r>
            <a:r>
              <a:rPr lang="en-US" sz="1600" b="1" dirty="0">
                <a:effectLst/>
                <a:latin typeface="Times New Roman" panose="02020603050405020304" pitchFamily="18" charset="0"/>
                <a:ea typeface="Times New Roman" panose="02020603050405020304" pitchFamily="18" charset="0"/>
              </a:rPr>
              <a:t>Hierarchy</a:t>
            </a:r>
            <a:endParaRPr lang="en-IN" sz="1400" dirty="0">
              <a:effectLst/>
              <a:latin typeface="Times New Roman" panose="02020603050405020304" pitchFamily="18" charset="0"/>
              <a:ea typeface="Times New Roman" panose="02020603050405020304" pitchFamily="18" charset="0"/>
            </a:endParaRPr>
          </a:p>
          <a:p>
            <a:pPr marL="342900" marR="419735" lvl="0" indent="-342900" algn="just">
              <a:lnSpc>
                <a:spcPct val="140000"/>
              </a:lnSpc>
              <a:spcBef>
                <a:spcPts val="910"/>
              </a:spcBef>
              <a:spcAft>
                <a:spcPts val="0"/>
              </a:spcAft>
              <a:buFont typeface="Courier New" panose="02070309020205020404" pitchFamily="49" charset="0"/>
              <a:buChar char="o"/>
              <a:tabLst>
                <a:tab pos="699135" algn="l"/>
              </a:tabLst>
            </a:pPr>
            <a:r>
              <a:rPr lang="en-US" sz="1600" dirty="0">
                <a:effectLst/>
                <a:latin typeface="Times New Roman" panose="02020603050405020304" pitchFamily="18" charset="0"/>
                <a:ea typeface="Times New Roman" panose="02020603050405020304" pitchFamily="18" charset="0"/>
              </a:rPr>
              <a:t>Process hierarchy is a framework that represents processes in a hierarchical structure. It</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helps</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in visualizing the</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relationships</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between different forms.</a:t>
            </a:r>
            <a:endParaRPr lang="en-IN" sz="1400" dirty="0">
              <a:effectLst/>
              <a:latin typeface="Times New Roman" panose="02020603050405020304" pitchFamily="18" charset="0"/>
              <a:ea typeface="Times New Roman" panose="02020603050405020304" pitchFamily="18" charset="0"/>
            </a:endParaRPr>
          </a:p>
          <a:p>
            <a:pPr marL="342900" marR="415925" lvl="0" indent="-342900" algn="just">
              <a:lnSpc>
                <a:spcPct val="145000"/>
              </a:lnSpc>
              <a:spcBef>
                <a:spcPts val="180"/>
              </a:spcBef>
              <a:spcAft>
                <a:spcPts val="0"/>
              </a:spcAft>
              <a:buFont typeface="Courier New" panose="02070309020205020404" pitchFamily="49" charset="0"/>
              <a:buChar char="o"/>
              <a:tabLst>
                <a:tab pos="699135" algn="l"/>
              </a:tabLst>
            </a:pPr>
            <a:r>
              <a:rPr lang="en-US" sz="1600" dirty="0">
                <a:effectLst/>
                <a:latin typeface="Times New Roman" panose="02020603050405020304" pitchFamily="18" charset="0"/>
                <a:ea typeface="Times New Roman" panose="02020603050405020304" pitchFamily="18" charset="0"/>
              </a:rPr>
              <a:t>In Indent Slip the flow of system shows that information about employee’s Indent Request, Status and Report also Have a Admin Panel for Manager.</a:t>
            </a:r>
            <a:endParaRPr lang="en-IN"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55196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1870076-3111-5B0E-A55C-05945BE698C5}"/>
              </a:ext>
            </a:extLst>
          </p:cNvPr>
          <p:cNvGraphicFramePr>
            <a:graphicFrameLocks noGrp="1"/>
          </p:cNvGraphicFramePr>
          <p:nvPr>
            <p:extLst>
              <p:ext uri="{D42A27DB-BD31-4B8C-83A1-F6EECF244321}">
                <p14:modId xmlns:p14="http://schemas.microsoft.com/office/powerpoint/2010/main" val="2554068358"/>
              </p:ext>
            </p:extLst>
          </p:nvPr>
        </p:nvGraphicFramePr>
        <p:xfrm>
          <a:off x="3585542" y="601090"/>
          <a:ext cx="4025491" cy="5655820"/>
        </p:xfrm>
        <a:graphic>
          <a:graphicData uri="http://schemas.openxmlformats.org/drawingml/2006/table">
            <a:tbl>
              <a:tblPr firstRow="1" firstCol="1" lastRow="1" lastCol="1" bandRow="1" bandCol="1">
                <a:tableStyleId>{5C22544A-7EE6-4342-B048-85BDC9FD1C3A}</a:tableStyleId>
              </a:tblPr>
              <a:tblGrid>
                <a:gridCol w="710618">
                  <a:extLst>
                    <a:ext uri="{9D8B030D-6E8A-4147-A177-3AD203B41FA5}">
                      <a16:colId xmlns:a16="http://schemas.microsoft.com/office/drawing/2014/main" val="2470836999"/>
                    </a:ext>
                  </a:extLst>
                </a:gridCol>
                <a:gridCol w="2527704">
                  <a:extLst>
                    <a:ext uri="{9D8B030D-6E8A-4147-A177-3AD203B41FA5}">
                      <a16:colId xmlns:a16="http://schemas.microsoft.com/office/drawing/2014/main" val="710652548"/>
                    </a:ext>
                  </a:extLst>
                </a:gridCol>
                <a:gridCol w="787169">
                  <a:extLst>
                    <a:ext uri="{9D8B030D-6E8A-4147-A177-3AD203B41FA5}">
                      <a16:colId xmlns:a16="http://schemas.microsoft.com/office/drawing/2014/main" val="3194280188"/>
                    </a:ext>
                  </a:extLst>
                </a:gridCol>
              </a:tblGrid>
              <a:tr h="138497">
                <a:tc>
                  <a:txBody>
                    <a:bodyPr/>
                    <a:lstStyle/>
                    <a:p>
                      <a:pPr>
                        <a:lnSpc>
                          <a:spcPts val="1375"/>
                        </a:lnSpc>
                      </a:pPr>
                      <a:r>
                        <a:rPr lang="en-US" sz="800">
                          <a:effectLst/>
                        </a:rPr>
                        <a:t> </a:t>
                      </a:r>
                      <a:endParaRPr lang="en-IN" sz="9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8580">
                        <a:lnSpc>
                          <a:spcPts val="1280"/>
                        </a:lnSpc>
                      </a:pPr>
                      <a:r>
                        <a:rPr lang="en-US" sz="1000">
                          <a:effectLst/>
                        </a:rPr>
                        <a:t>Symbols</a:t>
                      </a:r>
                      <a:endParaRPr lang="en-IN" sz="9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8580">
                        <a:lnSpc>
                          <a:spcPts val="1280"/>
                        </a:lnSpc>
                      </a:pPr>
                      <a:r>
                        <a:rPr lang="en-US" sz="1000">
                          <a:effectLst/>
                        </a:rPr>
                        <a:t>Functions</a:t>
                      </a:r>
                      <a:endParaRPr lang="en-IN" sz="9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357401955"/>
                  </a:ext>
                </a:extLst>
              </a:tr>
              <a:tr h="1178487">
                <a:tc>
                  <a:txBody>
                    <a:bodyPr/>
                    <a:lstStyle/>
                    <a:p>
                      <a:pPr>
                        <a:lnSpc>
                          <a:spcPts val="1375"/>
                        </a:lnSpc>
                      </a:pPr>
                      <a:r>
                        <a:rPr lang="en-US" sz="1000">
                          <a:effectLst/>
                        </a:rPr>
                        <a:t> </a:t>
                      </a:r>
                      <a:endParaRPr lang="en-IN" sz="900">
                        <a:effectLst/>
                      </a:endParaRPr>
                    </a:p>
                    <a:p>
                      <a:pPr>
                        <a:lnSpc>
                          <a:spcPts val="1375"/>
                        </a:lnSpc>
                      </a:pPr>
                      <a:r>
                        <a:rPr lang="en-US" sz="1000">
                          <a:effectLst/>
                        </a:rPr>
                        <a:t> </a:t>
                      </a:r>
                      <a:endParaRPr lang="en-IN" sz="900">
                        <a:effectLst/>
                      </a:endParaRPr>
                    </a:p>
                    <a:p>
                      <a:pPr marL="243205" marR="120650" indent="-105410">
                        <a:lnSpc>
                          <a:spcPts val="1375"/>
                        </a:lnSpc>
                        <a:spcBef>
                          <a:spcPts val="1145"/>
                        </a:spcBef>
                        <a:spcAft>
                          <a:spcPts val="0"/>
                        </a:spcAft>
                      </a:pPr>
                      <a:r>
                        <a:rPr lang="en-US" sz="1000">
                          <a:effectLst/>
                        </a:rPr>
                        <a:t>`External Entity</a:t>
                      </a:r>
                      <a:endParaRPr lang="en-IN" sz="9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a:lnSpc>
                          <a:spcPts val="1375"/>
                        </a:lnSpc>
                        <a:spcBef>
                          <a:spcPts val="45"/>
                        </a:spcBef>
                      </a:pPr>
                      <a:r>
                        <a:rPr lang="en-US" sz="800">
                          <a:effectLst/>
                        </a:rPr>
                        <a:t> </a:t>
                      </a:r>
                      <a:endParaRPr lang="en-IN" sz="9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a:lnSpc>
                          <a:spcPts val="1375"/>
                        </a:lnSpc>
                      </a:pPr>
                      <a:r>
                        <a:rPr lang="en-US" sz="1000">
                          <a:effectLst/>
                        </a:rPr>
                        <a:t> </a:t>
                      </a:r>
                      <a:endParaRPr lang="en-IN" sz="900">
                        <a:effectLst/>
                      </a:endParaRPr>
                    </a:p>
                    <a:p>
                      <a:pPr>
                        <a:lnSpc>
                          <a:spcPts val="1375"/>
                        </a:lnSpc>
                        <a:spcBef>
                          <a:spcPts val="50"/>
                        </a:spcBef>
                      </a:pPr>
                      <a:r>
                        <a:rPr lang="en-US" sz="800">
                          <a:effectLst/>
                        </a:rPr>
                        <a:t> </a:t>
                      </a:r>
                      <a:endParaRPr lang="en-IN" sz="900">
                        <a:effectLst/>
                      </a:endParaRPr>
                    </a:p>
                    <a:p>
                      <a:pPr marL="133985" marR="127635" indent="1905" algn="ctr">
                        <a:lnSpc>
                          <a:spcPts val="1375"/>
                        </a:lnSpc>
                        <a:spcAft>
                          <a:spcPts val="0"/>
                        </a:spcAft>
                      </a:pPr>
                      <a:r>
                        <a:rPr lang="en-US" sz="1000">
                          <a:effectLst/>
                        </a:rPr>
                        <a:t>A rectangle</a:t>
                      </a:r>
                      <a:r>
                        <a:rPr lang="en-US" sz="1000" spc="-285">
                          <a:effectLst/>
                        </a:rPr>
                        <a:t> </a:t>
                      </a:r>
                      <a:r>
                        <a:rPr lang="en-US" sz="1000">
                          <a:effectLst/>
                        </a:rPr>
                        <a:t>represents</a:t>
                      </a:r>
                      <a:r>
                        <a:rPr lang="en-US" sz="1000" spc="-70">
                          <a:effectLst/>
                        </a:rPr>
                        <a:t> </a:t>
                      </a:r>
                      <a:r>
                        <a:rPr lang="en-US" sz="1000">
                          <a:effectLst/>
                        </a:rPr>
                        <a:t>a</a:t>
                      </a:r>
                      <a:r>
                        <a:rPr lang="en-US" sz="1000" spc="-285">
                          <a:effectLst/>
                        </a:rPr>
                        <a:t> </a:t>
                      </a:r>
                      <a:r>
                        <a:rPr lang="en-US" sz="1000">
                          <a:effectLst/>
                        </a:rPr>
                        <a:t>Entity</a:t>
                      </a:r>
                      <a:r>
                        <a:rPr lang="en-US" sz="1000" spc="5">
                          <a:effectLst/>
                        </a:rPr>
                        <a:t> </a:t>
                      </a:r>
                      <a:r>
                        <a:rPr lang="en-US" sz="1000">
                          <a:effectLst/>
                        </a:rPr>
                        <a:t>Decision</a:t>
                      </a:r>
                      <a:endParaRPr lang="en-IN" sz="9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221018408"/>
                  </a:ext>
                </a:extLst>
              </a:tr>
              <a:tr h="1184531">
                <a:tc>
                  <a:txBody>
                    <a:bodyPr/>
                    <a:lstStyle/>
                    <a:p>
                      <a:pPr>
                        <a:lnSpc>
                          <a:spcPts val="1375"/>
                        </a:lnSpc>
                      </a:pPr>
                      <a:r>
                        <a:rPr lang="en-US" sz="1000">
                          <a:effectLst/>
                        </a:rPr>
                        <a:t> </a:t>
                      </a:r>
                      <a:endParaRPr lang="en-IN" sz="900">
                        <a:effectLst/>
                      </a:endParaRPr>
                    </a:p>
                    <a:p>
                      <a:pPr>
                        <a:lnSpc>
                          <a:spcPts val="1375"/>
                        </a:lnSpc>
                      </a:pPr>
                      <a:r>
                        <a:rPr lang="en-US" sz="1000">
                          <a:effectLst/>
                        </a:rPr>
                        <a:t> </a:t>
                      </a:r>
                      <a:endParaRPr lang="en-IN" sz="900">
                        <a:effectLst/>
                      </a:endParaRPr>
                    </a:p>
                    <a:p>
                      <a:pPr marL="56515" marR="55245" algn="ctr">
                        <a:lnSpc>
                          <a:spcPts val="1375"/>
                        </a:lnSpc>
                        <a:spcBef>
                          <a:spcPts val="1145"/>
                        </a:spcBef>
                        <a:spcAft>
                          <a:spcPts val="0"/>
                        </a:spcAft>
                      </a:pPr>
                      <a:r>
                        <a:rPr lang="en-US" sz="1000">
                          <a:effectLst/>
                        </a:rPr>
                        <a:t>Process</a:t>
                      </a:r>
                      <a:endParaRPr lang="en-IN" sz="9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a:lnSpc>
                          <a:spcPts val="1375"/>
                        </a:lnSpc>
                        <a:spcBef>
                          <a:spcPts val="15"/>
                        </a:spcBef>
                      </a:pPr>
                      <a:r>
                        <a:rPr lang="en-US" sz="700">
                          <a:effectLst/>
                        </a:rPr>
                        <a:t> </a:t>
                      </a:r>
                      <a:endParaRPr lang="en-IN" sz="9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a:lnSpc>
                          <a:spcPts val="1375"/>
                        </a:lnSpc>
                        <a:spcBef>
                          <a:spcPts val="50"/>
                        </a:spcBef>
                      </a:pPr>
                      <a:r>
                        <a:rPr lang="en-US" sz="900">
                          <a:effectLst/>
                        </a:rPr>
                        <a:t> </a:t>
                      </a:r>
                      <a:endParaRPr lang="en-IN" sz="900">
                        <a:effectLst/>
                      </a:endParaRPr>
                    </a:p>
                    <a:p>
                      <a:pPr marL="83820" marR="76200" algn="ctr">
                        <a:lnSpc>
                          <a:spcPts val="1375"/>
                        </a:lnSpc>
                        <a:spcAft>
                          <a:spcPts val="0"/>
                        </a:spcAft>
                      </a:pPr>
                      <a:r>
                        <a:rPr lang="en-US" sz="1000">
                          <a:effectLst/>
                        </a:rPr>
                        <a:t>The</a:t>
                      </a:r>
                      <a:r>
                        <a:rPr lang="en-US" sz="1000" spc="-75">
                          <a:effectLst/>
                        </a:rPr>
                        <a:t> </a:t>
                      </a:r>
                      <a:r>
                        <a:rPr lang="en-US" sz="1000">
                          <a:effectLst/>
                        </a:rPr>
                        <a:t>activities</a:t>
                      </a:r>
                      <a:r>
                        <a:rPr lang="en-US" sz="1000" spc="-285">
                          <a:effectLst/>
                        </a:rPr>
                        <a:t> </a:t>
                      </a:r>
                      <a:r>
                        <a:rPr lang="en-US" sz="1000">
                          <a:effectLst/>
                        </a:rPr>
                        <a:t>within a</a:t>
                      </a:r>
                      <a:r>
                        <a:rPr lang="en-US" sz="1000" spc="5">
                          <a:effectLst/>
                        </a:rPr>
                        <a:t> </a:t>
                      </a:r>
                      <a:r>
                        <a:rPr lang="en-US" sz="1000">
                          <a:effectLst/>
                        </a:rPr>
                        <a:t>system that</a:t>
                      </a:r>
                      <a:r>
                        <a:rPr lang="en-US" sz="1000" spc="5">
                          <a:effectLst/>
                        </a:rPr>
                        <a:t> </a:t>
                      </a:r>
                      <a:r>
                        <a:rPr lang="en-US" sz="1000">
                          <a:effectLst/>
                        </a:rPr>
                        <a:t>use or</a:t>
                      </a:r>
                      <a:r>
                        <a:rPr lang="en-US" sz="1000" spc="5">
                          <a:effectLst/>
                        </a:rPr>
                        <a:t> </a:t>
                      </a:r>
                      <a:r>
                        <a:rPr lang="en-US" sz="1000">
                          <a:effectLst/>
                        </a:rPr>
                        <a:t>generate</a:t>
                      </a:r>
                      <a:r>
                        <a:rPr lang="en-US" sz="1000" spc="-15">
                          <a:effectLst/>
                        </a:rPr>
                        <a:t> </a:t>
                      </a:r>
                      <a:r>
                        <a:rPr lang="en-US" sz="1000">
                          <a:effectLst/>
                        </a:rPr>
                        <a:t>data</a:t>
                      </a:r>
                      <a:endParaRPr lang="en-IN" sz="9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459443858"/>
                  </a:ext>
                </a:extLst>
              </a:tr>
              <a:tr h="987109">
                <a:tc>
                  <a:txBody>
                    <a:bodyPr/>
                    <a:lstStyle/>
                    <a:p>
                      <a:pPr>
                        <a:lnSpc>
                          <a:spcPts val="1375"/>
                        </a:lnSpc>
                      </a:pPr>
                      <a:r>
                        <a:rPr lang="en-US" sz="1000">
                          <a:effectLst/>
                        </a:rPr>
                        <a:t> </a:t>
                      </a:r>
                      <a:endParaRPr lang="en-IN" sz="900">
                        <a:effectLst/>
                      </a:endParaRPr>
                    </a:p>
                    <a:p>
                      <a:pPr>
                        <a:lnSpc>
                          <a:spcPts val="1375"/>
                        </a:lnSpc>
                        <a:spcBef>
                          <a:spcPts val="50"/>
                        </a:spcBef>
                      </a:pPr>
                      <a:r>
                        <a:rPr lang="en-US" sz="800">
                          <a:effectLst/>
                        </a:rPr>
                        <a:t> </a:t>
                      </a:r>
                      <a:endParaRPr lang="en-IN" sz="900">
                        <a:effectLst/>
                      </a:endParaRPr>
                    </a:p>
                    <a:p>
                      <a:pPr marL="56515" marR="52070" algn="ctr">
                        <a:lnSpc>
                          <a:spcPts val="1375"/>
                        </a:lnSpc>
                        <a:spcAft>
                          <a:spcPts val="0"/>
                        </a:spcAft>
                      </a:pPr>
                      <a:r>
                        <a:rPr lang="en-US" sz="1000">
                          <a:effectLst/>
                        </a:rPr>
                        <a:t>Flow</a:t>
                      </a:r>
                      <a:endParaRPr lang="en-IN" sz="9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a:lnSpc>
                          <a:spcPts val="1375"/>
                        </a:lnSpc>
                      </a:pPr>
                      <a:r>
                        <a:rPr lang="en-US" sz="800">
                          <a:effectLst/>
                        </a:rPr>
                        <a:t> </a:t>
                      </a:r>
                      <a:endParaRPr lang="en-IN" sz="900">
                        <a:effectLst/>
                      </a:endParaRPr>
                    </a:p>
                    <a:p>
                      <a:pPr>
                        <a:lnSpc>
                          <a:spcPts val="1375"/>
                        </a:lnSpc>
                      </a:pPr>
                      <a:r>
                        <a:rPr lang="en-US" sz="800">
                          <a:effectLst/>
                        </a:rPr>
                        <a:t> </a:t>
                      </a:r>
                      <a:endParaRPr lang="en-IN" sz="900">
                        <a:effectLst/>
                      </a:endParaRPr>
                    </a:p>
                    <a:p>
                      <a:pPr>
                        <a:lnSpc>
                          <a:spcPts val="1375"/>
                        </a:lnSpc>
                        <a:spcBef>
                          <a:spcPts val="20"/>
                        </a:spcBef>
                      </a:pPr>
                      <a:r>
                        <a:rPr lang="en-US" sz="700">
                          <a:effectLst/>
                        </a:rPr>
                        <a:t> </a:t>
                      </a:r>
                      <a:endParaRPr lang="en-IN" sz="9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8580" marR="62230" indent="1270" algn="ctr">
                        <a:lnSpc>
                          <a:spcPts val="1380"/>
                        </a:lnSpc>
                        <a:spcAft>
                          <a:spcPts val="0"/>
                        </a:spcAft>
                      </a:pPr>
                      <a:r>
                        <a:rPr lang="en-US" sz="1000">
                          <a:effectLst/>
                        </a:rPr>
                        <a:t>A line is a</a:t>
                      </a:r>
                      <a:r>
                        <a:rPr lang="en-US" sz="1000" spc="5">
                          <a:effectLst/>
                        </a:rPr>
                        <a:t> </a:t>
                      </a:r>
                      <a:r>
                        <a:rPr lang="en-US" sz="1000">
                          <a:effectLst/>
                        </a:rPr>
                        <a:t>connector</a:t>
                      </a:r>
                      <a:r>
                        <a:rPr lang="en-US" sz="1000" spc="5">
                          <a:effectLst/>
                        </a:rPr>
                        <a:t> </a:t>
                      </a:r>
                      <a:r>
                        <a:rPr lang="en-US" sz="1000">
                          <a:effectLst/>
                        </a:rPr>
                        <a:t>that shows</a:t>
                      </a:r>
                      <a:r>
                        <a:rPr lang="en-US" sz="1000" spc="5">
                          <a:effectLst/>
                        </a:rPr>
                        <a:t> </a:t>
                      </a:r>
                      <a:r>
                        <a:rPr lang="en-US" sz="1000">
                          <a:effectLst/>
                        </a:rPr>
                        <a:t>relationships</a:t>
                      </a:r>
                      <a:r>
                        <a:rPr lang="en-US" sz="1000" spc="5">
                          <a:effectLst/>
                        </a:rPr>
                        <a:t> </a:t>
                      </a:r>
                      <a:r>
                        <a:rPr lang="en-US" sz="1000">
                          <a:effectLst/>
                        </a:rPr>
                        <a:t>between the</a:t>
                      </a:r>
                      <a:r>
                        <a:rPr lang="en-US" sz="1000" spc="5">
                          <a:effectLst/>
                        </a:rPr>
                        <a:t> </a:t>
                      </a:r>
                      <a:r>
                        <a:rPr lang="en-US" sz="1000" spc="-5">
                          <a:effectLst/>
                        </a:rPr>
                        <a:t>representative</a:t>
                      </a:r>
                      <a:r>
                        <a:rPr lang="en-US" sz="1000" spc="-285">
                          <a:effectLst/>
                        </a:rPr>
                        <a:t> </a:t>
                      </a:r>
                      <a:r>
                        <a:rPr lang="en-US" sz="1000">
                          <a:effectLst/>
                        </a:rPr>
                        <a:t>shapes</a:t>
                      </a:r>
                      <a:endParaRPr lang="en-IN" sz="9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2843498237"/>
                  </a:ext>
                </a:extLst>
              </a:tr>
              <a:tr h="862713">
                <a:tc>
                  <a:txBody>
                    <a:bodyPr/>
                    <a:lstStyle/>
                    <a:p>
                      <a:pPr>
                        <a:lnSpc>
                          <a:spcPts val="1375"/>
                        </a:lnSpc>
                      </a:pPr>
                      <a:r>
                        <a:rPr lang="en-US" sz="1000">
                          <a:effectLst/>
                        </a:rPr>
                        <a:t> </a:t>
                      </a:r>
                      <a:endParaRPr lang="en-IN" sz="900">
                        <a:effectLst/>
                      </a:endParaRPr>
                    </a:p>
                    <a:p>
                      <a:pPr>
                        <a:lnSpc>
                          <a:spcPts val="1375"/>
                        </a:lnSpc>
                        <a:spcBef>
                          <a:spcPts val="50"/>
                        </a:spcBef>
                      </a:pPr>
                      <a:r>
                        <a:rPr lang="en-US" sz="800">
                          <a:effectLst/>
                        </a:rPr>
                        <a:t> </a:t>
                      </a:r>
                      <a:endParaRPr lang="en-IN" sz="900">
                        <a:effectLst/>
                      </a:endParaRPr>
                    </a:p>
                    <a:p>
                      <a:pPr marL="56515" marR="110490" algn="ctr">
                        <a:lnSpc>
                          <a:spcPts val="1375"/>
                        </a:lnSpc>
                        <a:spcAft>
                          <a:spcPts val="0"/>
                        </a:spcAft>
                      </a:pPr>
                      <a:r>
                        <a:rPr lang="en-US" sz="1000">
                          <a:effectLst/>
                        </a:rPr>
                        <a:t>Data</a:t>
                      </a:r>
                      <a:r>
                        <a:rPr lang="en-US" sz="1000" spc="-10">
                          <a:effectLst/>
                        </a:rPr>
                        <a:t> </a:t>
                      </a:r>
                      <a:r>
                        <a:rPr lang="en-US" sz="1000">
                          <a:effectLst/>
                        </a:rPr>
                        <a:t>Store</a:t>
                      </a:r>
                      <a:endParaRPr lang="en-IN" sz="9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a:lnSpc>
                          <a:spcPts val="1375"/>
                        </a:lnSpc>
                      </a:pPr>
                      <a:r>
                        <a:rPr lang="en-US" sz="800">
                          <a:effectLst/>
                        </a:rPr>
                        <a:t> </a:t>
                      </a:r>
                      <a:endParaRPr lang="en-IN" sz="900">
                        <a:effectLst/>
                      </a:endParaRPr>
                    </a:p>
                    <a:p>
                      <a:pPr>
                        <a:lnSpc>
                          <a:spcPts val="1375"/>
                        </a:lnSpc>
                        <a:spcBef>
                          <a:spcPts val="45"/>
                        </a:spcBef>
                      </a:pPr>
                      <a:r>
                        <a:rPr lang="en-US" sz="500">
                          <a:effectLst/>
                        </a:rPr>
                        <a:t> </a:t>
                      </a:r>
                      <a:endParaRPr lang="en-IN" sz="9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a:lnSpc>
                          <a:spcPts val="1375"/>
                        </a:lnSpc>
                      </a:pPr>
                      <a:r>
                        <a:rPr lang="en-US" sz="1000" dirty="0">
                          <a:effectLst/>
                        </a:rPr>
                        <a:t> </a:t>
                      </a:r>
                      <a:endParaRPr lang="en-IN" sz="900" dirty="0">
                        <a:effectLst/>
                      </a:endParaRPr>
                    </a:p>
                    <a:p>
                      <a:pPr>
                        <a:lnSpc>
                          <a:spcPts val="1375"/>
                        </a:lnSpc>
                        <a:spcBef>
                          <a:spcPts val="50"/>
                        </a:spcBef>
                      </a:pPr>
                      <a:r>
                        <a:rPr lang="en-US" sz="800" dirty="0">
                          <a:effectLst/>
                        </a:rPr>
                        <a:t> </a:t>
                      </a:r>
                      <a:endParaRPr lang="en-IN" sz="900" dirty="0">
                        <a:effectLst/>
                      </a:endParaRPr>
                    </a:p>
                    <a:p>
                      <a:pPr marL="129540" marR="121285" indent="53340">
                        <a:lnSpc>
                          <a:spcPts val="1375"/>
                        </a:lnSpc>
                        <a:spcAft>
                          <a:spcPts val="0"/>
                        </a:spcAft>
                      </a:pPr>
                      <a:r>
                        <a:rPr lang="en-US" sz="1000" dirty="0">
                          <a:effectLst/>
                        </a:rPr>
                        <a:t>Electronic</a:t>
                      </a:r>
                      <a:r>
                        <a:rPr lang="en-US" sz="1000" spc="5" dirty="0">
                          <a:effectLst/>
                        </a:rPr>
                        <a:t> </a:t>
                      </a:r>
                      <a:r>
                        <a:rPr lang="en-US" sz="1000" dirty="0">
                          <a:effectLst/>
                        </a:rPr>
                        <a:t>data</a:t>
                      </a:r>
                      <a:r>
                        <a:rPr lang="en-US" sz="1000" spc="-75" dirty="0">
                          <a:effectLst/>
                        </a:rPr>
                        <a:t> </a:t>
                      </a:r>
                      <a:r>
                        <a:rPr lang="en-US" sz="1000" dirty="0">
                          <a:effectLst/>
                        </a:rPr>
                        <a:t>storage</a:t>
                      </a:r>
                      <a:endParaRPr lang="en-IN" sz="900" dirty="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959051651"/>
                  </a:ext>
                </a:extLst>
              </a:tr>
            </a:tbl>
          </a:graphicData>
        </a:graphic>
      </p:graphicFrame>
      <p:pic>
        <p:nvPicPr>
          <p:cNvPr id="3076" name="image3.png">
            <a:extLst>
              <a:ext uri="{FF2B5EF4-FFF2-40B4-BE49-F238E27FC236}">
                <a16:creationId xmlns:a16="http://schemas.microsoft.com/office/drawing/2014/main" id="{8CA200DC-10FD-A353-97B0-8BCE8475A5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0563" y="990154"/>
            <a:ext cx="1531938" cy="1165225"/>
          </a:xfrm>
          <a:prstGeom prst="rect">
            <a:avLst/>
          </a:prstGeom>
          <a:noFill/>
          <a:extLst>
            <a:ext uri="{909E8E84-426E-40DD-AFC4-6F175D3DCCD1}">
              <a14:hiddenFill xmlns:a14="http://schemas.microsoft.com/office/drawing/2010/main">
                <a:solidFill>
                  <a:srgbClr val="FFFFFF"/>
                </a:solidFill>
              </a14:hiddenFill>
            </a:ext>
          </a:extLst>
        </p:spPr>
      </p:pic>
      <p:pic>
        <p:nvPicPr>
          <p:cNvPr id="3075" name="image4.png">
            <a:extLst>
              <a:ext uri="{FF2B5EF4-FFF2-40B4-BE49-F238E27FC236}">
                <a16:creationId xmlns:a16="http://schemas.microsoft.com/office/drawing/2014/main" id="{818313CB-27D7-24BA-F820-6FE72888A8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8489" y="2491993"/>
            <a:ext cx="1165225" cy="1165225"/>
          </a:xfrm>
          <a:prstGeom prst="rect">
            <a:avLst/>
          </a:prstGeom>
          <a:noFill/>
          <a:extLst>
            <a:ext uri="{909E8E84-426E-40DD-AFC4-6F175D3DCCD1}">
              <a14:hiddenFill xmlns:a14="http://schemas.microsoft.com/office/drawing/2010/main">
                <a:solidFill>
                  <a:srgbClr val="FFFFFF"/>
                </a:solidFill>
              </a14:hiddenFill>
            </a:ext>
          </a:extLst>
        </p:spPr>
      </p:pic>
      <p:pic>
        <p:nvPicPr>
          <p:cNvPr id="3074" name="image5.png">
            <a:extLst>
              <a:ext uri="{FF2B5EF4-FFF2-40B4-BE49-F238E27FC236}">
                <a16:creationId xmlns:a16="http://schemas.microsoft.com/office/drawing/2014/main" id="{DFF8D39D-BFDC-5D7D-2F2C-CA2366F200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3599" y="4322125"/>
            <a:ext cx="1349375" cy="136525"/>
          </a:xfrm>
          <a:prstGeom prst="rect">
            <a:avLst/>
          </a:prstGeom>
          <a:noFill/>
          <a:extLst>
            <a:ext uri="{909E8E84-426E-40DD-AFC4-6F175D3DCCD1}">
              <a14:hiddenFill xmlns:a14="http://schemas.microsoft.com/office/drawing/2010/main">
                <a:solidFill>
                  <a:srgbClr val="FFFFFF"/>
                </a:solidFill>
              </a14:hiddenFill>
            </a:ext>
          </a:extLst>
        </p:spPr>
      </p:pic>
      <p:pic>
        <p:nvPicPr>
          <p:cNvPr id="3073" name="image6.png">
            <a:extLst>
              <a:ext uri="{FF2B5EF4-FFF2-40B4-BE49-F238E27FC236}">
                <a16:creationId xmlns:a16="http://schemas.microsoft.com/office/drawing/2014/main" id="{420F0BB4-CF18-538D-CAA9-7A5EC38AF9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50563" y="5495671"/>
            <a:ext cx="1912938" cy="6096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5">
            <a:extLst>
              <a:ext uri="{FF2B5EF4-FFF2-40B4-BE49-F238E27FC236}">
                <a16:creationId xmlns:a16="http://schemas.microsoft.com/office/drawing/2014/main" id="{2476CCEC-FF66-EF04-2522-53037A414A70}"/>
              </a:ext>
            </a:extLst>
          </p:cNvPr>
          <p:cNvSpPr>
            <a:spLocks noChangeArrowheads="1"/>
          </p:cNvSpPr>
          <p:nvPr/>
        </p:nvSpPr>
        <p:spPr bwMode="auto">
          <a:xfrm>
            <a:off x="3585338" y="60032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98280" tIns="144417" rIns="495144" bIns="888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a:ln>
                  <a:noFill/>
                </a:ln>
                <a:solidFill>
                  <a:schemeClr val="tx1"/>
                </a:solidFill>
                <a:effectLst/>
                <a:latin typeface="Arial" panose="020B0604020202020204" pitchFamily="34" charset="0"/>
                <a:ea typeface="Times New Roman" panose="02020603050405020304" pitchFamily="18" charset="0"/>
              </a:rPr>
              <a:t>DFD Symbol Table</a:t>
            </a:r>
            <a:endParaRPr kumimoji="0" lang="en-US" altLang="en-US" sz="1200" b="1" i="0" u="sng" strike="noStrike" cap="none" normalizeH="0" baseline="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Rectangle 6">
            <a:extLst>
              <a:ext uri="{FF2B5EF4-FFF2-40B4-BE49-F238E27FC236}">
                <a16:creationId xmlns:a16="http://schemas.microsoft.com/office/drawing/2014/main" id="{BEBB647E-57E4-F68F-C24A-A6ACD3C14484}"/>
              </a:ext>
            </a:extLst>
          </p:cNvPr>
          <p:cNvSpPr>
            <a:spLocks noChangeArrowheads="1"/>
          </p:cNvSpPr>
          <p:nvPr/>
        </p:nvSpPr>
        <p:spPr bwMode="auto">
          <a:xfrm>
            <a:off x="3585338" y="105752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14519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4DD2EDF-A84E-C51D-98FD-AAE2209E5171}"/>
              </a:ext>
            </a:extLst>
          </p:cNvPr>
          <p:cNvSpPr>
            <a:spLocks noChangeArrowheads="1"/>
          </p:cNvSpPr>
          <p:nvPr/>
        </p:nvSpPr>
        <p:spPr bwMode="auto">
          <a:xfrm>
            <a:off x="1041722" y="9207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tab pos="698500" algn="l"/>
              </a:tabLst>
            </a:pPr>
            <a:r>
              <a:rPr kumimoji="0" lang="en-US" altLang="en-US" sz="1200" b="1" i="0" u="none" strike="noStrike" cap="none" normalizeH="0" baseline="0">
                <a:ln>
                  <a:noFill/>
                </a:ln>
                <a:solidFill>
                  <a:schemeClr val="tx1"/>
                </a:solidFill>
                <a:effectLst/>
                <a:latin typeface="Arial" panose="020B0604020202020204" pitchFamily="34" charset="0"/>
                <a:ea typeface="Times New Roman" panose="02020603050405020304" pitchFamily="18" charset="0"/>
              </a:rPr>
              <a:t>Context-Level DFD</a:t>
            </a: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698500" algn="l"/>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097" name="Picture 7" descr="A close-up of a document&#10;&#10;Description automatically generated">
            <a:extLst>
              <a:ext uri="{FF2B5EF4-FFF2-40B4-BE49-F238E27FC236}">
                <a16:creationId xmlns:a16="http://schemas.microsoft.com/office/drawing/2014/main" id="{D81FBA71-9F33-9DA6-DBFA-10D383195E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9888" y="1770928"/>
            <a:ext cx="7386405" cy="212106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1EAD13B9-901D-7452-AEFF-D669049D5E2F}"/>
              </a:ext>
            </a:extLst>
          </p:cNvPr>
          <p:cNvSpPr>
            <a:spLocks noChangeArrowheads="1"/>
          </p:cNvSpPr>
          <p:nvPr/>
        </p:nvSpPr>
        <p:spPr bwMode="auto">
          <a:xfrm>
            <a:off x="1157469" y="4001476"/>
            <a:ext cx="10383462" cy="1969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69752" tIns="0" rIns="91440" bIns="0" numCol="1" anchor="ctr" anchorCtr="0" compatLnSpc="1">
            <a:prstTxWarp prst="textNoShape">
              <a:avLst/>
            </a:prstTxWarp>
            <a:spAutoFit/>
          </a:bodyPr>
          <a:lstStyle>
            <a:lvl1pPr eaLnBrk="0" fontAlgn="base" hangingPunct="0">
              <a:spcBef>
                <a:spcPct val="0"/>
              </a:spcBef>
              <a:spcAft>
                <a:spcPct val="0"/>
              </a:spcAft>
              <a:tabLst>
                <a:tab pos="698500" algn="l"/>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698500" algn="l"/>
              </a:tabLst>
            </a:pPr>
            <a:r>
              <a:rPr kumimoji="0" lang="en-US" altLang="en-US" sz="16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Context-Level DFD</a:t>
            </a:r>
          </a:p>
          <a:p>
            <a:pPr marL="0" marR="0" lvl="0" indent="0" algn="l" defTabSz="914400" rtl="0" eaLnBrk="0" fontAlgn="base" latinLnBrk="0" hangingPunct="0">
              <a:lnSpc>
                <a:spcPct val="100000"/>
              </a:lnSpc>
              <a:spcBef>
                <a:spcPct val="0"/>
              </a:spcBef>
              <a:spcAft>
                <a:spcPct val="0"/>
              </a:spcAft>
              <a:buClrTx/>
              <a:buSzTx/>
              <a:buFontTx/>
              <a:buNone/>
              <a:tabLst>
                <a:tab pos="698500" algn="l"/>
              </a:tabLst>
            </a:pPr>
            <a:endParaRPr kumimoji="0" lang="en-US" altLang="en-US" sz="1600" b="1" i="0" u="sng"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698500" algn="l"/>
              </a:tabLst>
            </a:pP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The Context Level DFD for the Indent Slip System illustrates the system's relationship with external entities.</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698500" algn="l"/>
              </a:tabLst>
            </a:pP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At this high level of abstraction, the focus is on depicting the system as a single process, interacting with</a:t>
            </a:r>
          </a:p>
          <a:p>
            <a:pPr marL="0" marR="0" lvl="0" indent="0" algn="l" defTabSz="914400" rtl="0" eaLnBrk="0" fontAlgn="base" latinLnBrk="0" hangingPunct="0">
              <a:lnSpc>
                <a:spcPct val="100000"/>
              </a:lnSpc>
              <a:spcBef>
                <a:spcPct val="0"/>
              </a:spcBef>
              <a:spcAft>
                <a:spcPct val="0"/>
              </a:spcAft>
              <a:buClrTx/>
              <a:buSzTx/>
              <a:tabLst>
                <a:tab pos="698500" algn="l"/>
              </a:tabLst>
            </a:pPr>
            <a:r>
              <a:rPr lang="en-US" altLang="en-US" sz="1600" dirty="0">
                <a:ea typeface="Times New Roman" panose="02020603050405020304" pitchFamily="18" charset="0"/>
              </a:rPr>
              <a:t> </a:t>
            </a: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entities external to the system.</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698500" algn="l"/>
              </a:tabLst>
            </a:pP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In this context, the primary external entities are Employee and Manager.</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698500" algn="l"/>
              </a:tabLst>
            </a:pP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The flow of the DFD is the Employee, Item and many more entries enter in the database.</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698500" algn="l"/>
              </a:tabLst>
            </a:pP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For next, Acknowledgement is returned.</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24677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9C4415E-CE00-EEE4-D309-2E4E118C4AC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98280" tIns="57132" rIns="495144" bIns="888720" numCol="1" anchor="ctr" anchorCtr="0" compatLnSpc="1">
            <a:prstTxWarp prst="textNoShape">
              <a:avLst/>
            </a:prstTxWarp>
            <a:spAutoFit/>
          </a:bodyPr>
          <a:lstStyle/>
          <a:p>
            <a:endParaRPr lang="en-IN"/>
          </a:p>
        </p:txBody>
      </p:sp>
      <p:pic>
        <p:nvPicPr>
          <p:cNvPr id="5121" name="Picture 8" descr="A diagram of a company&#10;&#10;Description automatically generated">
            <a:extLst>
              <a:ext uri="{FF2B5EF4-FFF2-40B4-BE49-F238E27FC236}">
                <a16:creationId xmlns:a16="http://schemas.microsoft.com/office/drawing/2014/main" id="{AE1AE326-5651-1FC0-4EBD-8AC2008670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5535" y="806450"/>
            <a:ext cx="6604000" cy="52451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255FEB5-D5D5-3B04-3B97-9E7A9EE1739E}"/>
              </a:ext>
            </a:extLst>
          </p:cNvPr>
          <p:cNvSpPr txBox="1"/>
          <p:nvPr/>
        </p:nvSpPr>
        <p:spPr>
          <a:xfrm>
            <a:off x="1425535" y="460094"/>
            <a:ext cx="609407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tab pos="698500" algn="l"/>
              </a:tabLst>
            </a:pPr>
            <a:r>
              <a:rPr kumimoji="0" lang="en-US" alt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Zero-Level DFD</a:t>
            </a:r>
          </a:p>
        </p:txBody>
      </p:sp>
    </p:spTree>
    <p:extLst>
      <p:ext uri="{BB962C8B-B14F-4D97-AF65-F5344CB8AC3E}">
        <p14:creationId xmlns:p14="http://schemas.microsoft.com/office/powerpoint/2010/main" val="31190441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6367B9B8-94CB-E04A-4826-9D41933C13A0}"/>
              </a:ext>
            </a:extLst>
          </p:cNvPr>
          <p:cNvSpPr>
            <a:spLocks noChangeArrowheads="1"/>
          </p:cNvSpPr>
          <p:nvPr/>
        </p:nvSpPr>
        <p:spPr bwMode="auto">
          <a:xfrm>
            <a:off x="204486" y="981556"/>
            <a:ext cx="11783028" cy="430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tab pos="698500" algn="l"/>
              </a:tabLst>
            </a:pPr>
            <a:endParaRPr kumimoji="0" lang="en-US" altLang="en-US" sz="2000" b="1" i="0" u="sng"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698500" algn="l"/>
              </a:tabLst>
            </a:pPr>
            <a:r>
              <a:rPr kumimoji="0" lang="en-US" altLang="en-US" sz="20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Zero-Level DFD</a:t>
            </a:r>
          </a:p>
          <a:p>
            <a:pPr marL="0" marR="0" lvl="0" indent="0" algn="l" defTabSz="914400" rtl="0" eaLnBrk="0" fontAlgn="base" latinLnBrk="0" hangingPunct="0">
              <a:lnSpc>
                <a:spcPct val="100000"/>
              </a:lnSpc>
              <a:spcBef>
                <a:spcPct val="0"/>
              </a:spcBef>
              <a:spcAft>
                <a:spcPct val="0"/>
              </a:spcAft>
              <a:buClrTx/>
              <a:buSzTx/>
              <a:buFontTx/>
              <a:buChar char="•"/>
              <a:tabLst>
                <a:tab pos="698500" algn="l"/>
              </a:tabLst>
            </a:pPr>
            <a:endParaRPr lang="en-US" altLang="en-US" sz="2000" b="1" dirty="0"/>
          </a:p>
          <a:p>
            <a:pPr marL="0" marR="0" lvl="0" indent="0" algn="l" defTabSz="914400" rtl="0" eaLnBrk="0" fontAlgn="base" latinLnBrk="0" hangingPunct="0">
              <a:lnSpc>
                <a:spcPct val="100000"/>
              </a:lnSpc>
              <a:spcBef>
                <a:spcPct val="0"/>
              </a:spcBef>
              <a:spcAft>
                <a:spcPct val="0"/>
              </a:spcAft>
              <a:buClrTx/>
              <a:buSzTx/>
              <a:buFontTx/>
              <a:buChar char="•"/>
              <a:tabLst>
                <a:tab pos="698500" algn="l"/>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698500" algn="l"/>
              </a:tabLst>
            </a:pPr>
            <a:r>
              <a:rPr kumimoji="0" lang="en-US"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In the Zero Level DFD for the Indent Slip System, the system is depicted as for process box, representing the entire system.</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698500" algn="l"/>
              </a:tabLst>
            </a:pPr>
            <a:r>
              <a:rPr kumimoji="0" lang="en-US"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The diagram illustrates the primary processes that occur within the system and how they interact </a:t>
            </a:r>
          </a:p>
          <a:p>
            <a:pPr marL="0" marR="0" lvl="0" indent="0" algn="l" defTabSz="914400" rtl="0" eaLnBrk="0" fontAlgn="base" latinLnBrk="0" hangingPunct="0">
              <a:lnSpc>
                <a:spcPct val="100000"/>
              </a:lnSpc>
              <a:spcBef>
                <a:spcPct val="0"/>
              </a:spcBef>
              <a:spcAft>
                <a:spcPct val="0"/>
              </a:spcAft>
              <a:buClrTx/>
              <a:buSzTx/>
              <a:buFontTx/>
              <a:buChar char="•"/>
              <a:tabLst>
                <a:tab pos="698500" algn="l"/>
              </a:tabLst>
            </a:pPr>
            <a:r>
              <a:rPr kumimoji="0" lang="en-US"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with external entities to manage the Item resources effectively.</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698500" algn="l"/>
              </a:tabLst>
            </a:pPr>
            <a:r>
              <a:rPr kumimoji="0" lang="en-US"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At this level, the focus is on representing major processes and data flows without diving into the finer details.</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698500" algn="l"/>
              </a:tabLst>
            </a:pPr>
            <a:r>
              <a:rPr kumimoji="0" lang="en-US"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In this DFD there are four main modules (Login, Create Indent, Indent Status and Indent Report).</a:t>
            </a:r>
            <a:endParaRPr kumimoji="0" lang="en-US" altLang="en-US" sz="20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tab pos="698500" algn="l"/>
              </a:tabLst>
            </a:pPr>
            <a:br>
              <a:rPr kumimoji="0" lang="en-US" altLang="en-US" sz="20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Courier New" panose="02070309020205020404" pitchFamily="49" charset="0"/>
              </a:rPr>
            </a:b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698500" algn="l"/>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63971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1181C02-D381-6776-1DED-2A67DBABB6E7}"/>
              </a:ext>
            </a:extLst>
          </p:cNvPr>
          <p:cNvGraphicFramePr>
            <a:graphicFrameLocks noGrp="1"/>
          </p:cNvGraphicFramePr>
          <p:nvPr>
            <p:extLst>
              <p:ext uri="{D42A27DB-BD31-4B8C-83A1-F6EECF244321}">
                <p14:modId xmlns:p14="http://schemas.microsoft.com/office/powerpoint/2010/main" val="404824005"/>
              </p:ext>
            </p:extLst>
          </p:nvPr>
        </p:nvGraphicFramePr>
        <p:xfrm>
          <a:off x="2135597" y="1506096"/>
          <a:ext cx="6462395" cy="1668780"/>
        </p:xfrm>
        <a:graphic>
          <a:graphicData uri="http://schemas.openxmlformats.org/drawingml/2006/table">
            <a:tbl>
              <a:tblPr firstRow="1" firstCol="1" lastRow="1" lastCol="1" bandRow="1" bandCol="1">
                <a:tableStyleId>{5C22544A-7EE6-4342-B048-85BDC9FD1C3A}</a:tableStyleId>
              </a:tblPr>
              <a:tblGrid>
                <a:gridCol w="1144905">
                  <a:extLst>
                    <a:ext uri="{9D8B030D-6E8A-4147-A177-3AD203B41FA5}">
                      <a16:colId xmlns:a16="http://schemas.microsoft.com/office/drawing/2014/main" val="1706922826"/>
                    </a:ext>
                  </a:extLst>
                </a:gridCol>
                <a:gridCol w="1486535">
                  <a:extLst>
                    <a:ext uri="{9D8B030D-6E8A-4147-A177-3AD203B41FA5}">
                      <a16:colId xmlns:a16="http://schemas.microsoft.com/office/drawing/2014/main" val="1239615810"/>
                    </a:ext>
                  </a:extLst>
                </a:gridCol>
                <a:gridCol w="1428750">
                  <a:extLst>
                    <a:ext uri="{9D8B030D-6E8A-4147-A177-3AD203B41FA5}">
                      <a16:colId xmlns:a16="http://schemas.microsoft.com/office/drawing/2014/main" val="4115921204"/>
                    </a:ext>
                  </a:extLst>
                </a:gridCol>
                <a:gridCol w="973455">
                  <a:extLst>
                    <a:ext uri="{9D8B030D-6E8A-4147-A177-3AD203B41FA5}">
                      <a16:colId xmlns:a16="http://schemas.microsoft.com/office/drawing/2014/main" val="3027736167"/>
                    </a:ext>
                  </a:extLst>
                </a:gridCol>
                <a:gridCol w="1428750">
                  <a:extLst>
                    <a:ext uri="{9D8B030D-6E8A-4147-A177-3AD203B41FA5}">
                      <a16:colId xmlns:a16="http://schemas.microsoft.com/office/drawing/2014/main" val="2379414662"/>
                    </a:ext>
                  </a:extLst>
                </a:gridCol>
              </a:tblGrid>
              <a:tr h="208280">
                <a:tc>
                  <a:txBody>
                    <a:bodyPr/>
                    <a:lstStyle/>
                    <a:p>
                      <a:pPr marL="68580">
                        <a:lnSpc>
                          <a:spcPts val="1375"/>
                        </a:lnSpc>
                      </a:pPr>
                      <a:r>
                        <a:rPr lang="en-US" sz="1200">
                          <a:effectLst/>
                        </a:rPr>
                        <a:t>Sr.</a:t>
                      </a:r>
                      <a:r>
                        <a:rPr lang="en-US" sz="1200" spc="-5">
                          <a:effectLst/>
                        </a:rPr>
                        <a:t> </a:t>
                      </a:r>
                      <a:r>
                        <a:rPr lang="en-US" sz="1200">
                          <a:effectLst/>
                        </a:rPr>
                        <a:t>No.</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6675">
                        <a:lnSpc>
                          <a:spcPts val="1375"/>
                        </a:lnSpc>
                      </a:pPr>
                      <a:r>
                        <a:rPr lang="en-US" sz="1200">
                          <a:effectLst/>
                        </a:rPr>
                        <a:t>Name</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6040">
                        <a:lnSpc>
                          <a:spcPts val="1375"/>
                        </a:lnSpc>
                      </a:pPr>
                      <a:r>
                        <a:rPr lang="en-US" sz="1200">
                          <a:effectLst/>
                        </a:rPr>
                        <a:t>Type</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7310">
                        <a:lnSpc>
                          <a:spcPts val="1375"/>
                        </a:lnSpc>
                      </a:pPr>
                      <a:r>
                        <a:rPr lang="en-US" sz="1200">
                          <a:effectLst/>
                        </a:rPr>
                        <a:t>Size</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4770">
                        <a:lnSpc>
                          <a:spcPts val="1375"/>
                        </a:lnSpc>
                      </a:pPr>
                      <a:r>
                        <a:rPr lang="en-US" sz="1200">
                          <a:effectLst/>
                        </a:rPr>
                        <a:t>Constraint</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644117953"/>
                  </a:ext>
                </a:extLst>
              </a:tr>
              <a:tr h="209550">
                <a:tc>
                  <a:txBody>
                    <a:bodyPr/>
                    <a:lstStyle/>
                    <a:p>
                      <a:pPr marL="68580">
                        <a:lnSpc>
                          <a:spcPts val="1375"/>
                        </a:lnSpc>
                        <a:spcBef>
                          <a:spcPts val="5"/>
                        </a:spcBef>
                        <a:spcAft>
                          <a:spcPts val="0"/>
                        </a:spcAft>
                      </a:pPr>
                      <a:r>
                        <a:rPr lang="en-US" sz="1200">
                          <a:effectLst/>
                        </a:rPr>
                        <a:t>1</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6675">
                        <a:lnSpc>
                          <a:spcPts val="1375"/>
                        </a:lnSpc>
                        <a:spcBef>
                          <a:spcPts val="5"/>
                        </a:spcBef>
                        <a:spcAft>
                          <a:spcPts val="0"/>
                        </a:spcAft>
                      </a:pPr>
                      <a:r>
                        <a:rPr lang="en-US" sz="1200">
                          <a:effectLst/>
                        </a:rPr>
                        <a:t>id</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6040">
                        <a:lnSpc>
                          <a:spcPts val="1340"/>
                        </a:lnSpc>
                      </a:pPr>
                      <a:r>
                        <a:rPr lang="en-US" sz="1100">
                          <a:effectLst/>
                        </a:rPr>
                        <a:t>int</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7310">
                        <a:lnSpc>
                          <a:spcPts val="1375"/>
                        </a:lnSpc>
                        <a:spcBef>
                          <a:spcPts val="5"/>
                        </a:spcBef>
                        <a:spcAft>
                          <a:spcPts val="0"/>
                        </a:spcAft>
                      </a:pPr>
                      <a:r>
                        <a:rPr lang="en-US" sz="1200">
                          <a:effectLst/>
                        </a:rPr>
                        <a:t>3</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4770">
                        <a:lnSpc>
                          <a:spcPts val="1375"/>
                        </a:lnSpc>
                        <a:spcBef>
                          <a:spcPts val="5"/>
                        </a:spcBef>
                        <a:spcAft>
                          <a:spcPts val="0"/>
                        </a:spcAft>
                      </a:pPr>
                      <a:r>
                        <a:rPr lang="en-US" sz="1200">
                          <a:effectLst/>
                        </a:rPr>
                        <a:t>Auto Increment</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2137906344"/>
                  </a:ext>
                </a:extLst>
              </a:tr>
              <a:tr h="208280">
                <a:tc>
                  <a:txBody>
                    <a:bodyPr/>
                    <a:lstStyle/>
                    <a:p>
                      <a:pPr marL="68580">
                        <a:lnSpc>
                          <a:spcPts val="1380"/>
                        </a:lnSpc>
                      </a:pPr>
                      <a:r>
                        <a:rPr lang="en-US" sz="1200">
                          <a:effectLst/>
                        </a:rPr>
                        <a:t>2</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6675">
                        <a:lnSpc>
                          <a:spcPts val="1380"/>
                        </a:lnSpc>
                      </a:pPr>
                      <a:r>
                        <a:rPr lang="en-US" sz="1200">
                          <a:effectLst/>
                        </a:rPr>
                        <a:t>empno</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6040">
                        <a:lnSpc>
                          <a:spcPts val="1340"/>
                        </a:lnSpc>
                      </a:pPr>
                      <a:r>
                        <a:rPr lang="en-US" sz="1100">
                          <a:effectLst/>
                        </a:rPr>
                        <a:t>int</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7310">
                        <a:lnSpc>
                          <a:spcPts val="1380"/>
                        </a:lnSpc>
                      </a:pPr>
                      <a:r>
                        <a:rPr lang="en-US" sz="1200">
                          <a:effectLst/>
                        </a:rPr>
                        <a:t>4</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4770">
                        <a:lnSpc>
                          <a:spcPts val="1380"/>
                        </a:lnSpc>
                      </a:pPr>
                      <a:r>
                        <a:rPr lang="en-US" sz="1200">
                          <a:effectLst/>
                        </a:rPr>
                        <a:t>Not</a:t>
                      </a:r>
                      <a:r>
                        <a:rPr lang="en-US" sz="1200" spc="-5">
                          <a:effectLst/>
                        </a:rPr>
                        <a:t> </a:t>
                      </a:r>
                      <a:r>
                        <a:rPr lang="en-US" sz="1200">
                          <a:effectLst/>
                        </a:rPr>
                        <a:t>Null</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408636993"/>
                  </a:ext>
                </a:extLst>
              </a:tr>
              <a:tr h="208280">
                <a:tc>
                  <a:txBody>
                    <a:bodyPr/>
                    <a:lstStyle/>
                    <a:p>
                      <a:pPr marL="68580">
                        <a:lnSpc>
                          <a:spcPts val="1375"/>
                        </a:lnSpc>
                      </a:pPr>
                      <a:r>
                        <a:rPr lang="en-US" sz="1200">
                          <a:effectLst/>
                        </a:rPr>
                        <a:t>3</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6675">
                        <a:lnSpc>
                          <a:spcPts val="1375"/>
                        </a:lnSpc>
                      </a:pPr>
                      <a:r>
                        <a:rPr lang="en-US" sz="1200">
                          <a:effectLst/>
                        </a:rPr>
                        <a:t>ename</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6040">
                        <a:lnSpc>
                          <a:spcPts val="1340"/>
                        </a:lnSpc>
                      </a:pPr>
                      <a:r>
                        <a:rPr lang="en-US" sz="1100">
                          <a:effectLst/>
                        </a:rPr>
                        <a:t>Varchar</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a:lnSpc>
                          <a:spcPts val="1375"/>
                        </a:lnSpc>
                      </a:pPr>
                      <a:r>
                        <a:rPr lang="en-US" sz="1200">
                          <a:effectLst/>
                        </a:rPr>
                        <a:t>  20</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4770">
                        <a:lnSpc>
                          <a:spcPts val="1375"/>
                        </a:lnSpc>
                      </a:pPr>
                      <a:r>
                        <a:rPr lang="en-US" sz="1200">
                          <a:effectLst/>
                        </a:rPr>
                        <a:t>Not</a:t>
                      </a:r>
                      <a:r>
                        <a:rPr lang="en-US" sz="1200" spc="-5">
                          <a:effectLst/>
                        </a:rPr>
                        <a:t> </a:t>
                      </a:r>
                      <a:r>
                        <a:rPr lang="en-US" sz="1200">
                          <a:effectLst/>
                        </a:rPr>
                        <a:t>Null</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1799571269"/>
                  </a:ext>
                </a:extLst>
              </a:tr>
              <a:tr h="208280">
                <a:tc>
                  <a:txBody>
                    <a:bodyPr/>
                    <a:lstStyle/>
                    <a:p>
                      <a:pPr marL="68580">
                        <a:lnSpc>
                          <a:spcPts val="1375"/>
                        </a:lnSpc>
                      </a:pPr>
                      <a:r>
                        <a:rPr lang="en-US" sz="1200">
                          <a:effectLst/>
                        </a:rPr>
                        <a:t>4</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6675">
                        <a:lnSpc>
                          <a:spcPts val="1375"/>
                        </a:lnSpc>
                      </a:pPr>
                      <a:r>
                        <a:rPr lang="en-US" sz="1200">
                          <a:effectLst/>
                        </a:rPr>
                        <a:t>mo</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6040">
                        <a:lnSpc>
                          <a:spcPts val="1340"/>
                        </a:lnSpc>
                      </a:pPr>
                      <a:r>
                        <a:rPr lang="en-US" sz="1100">
                          <a:effectLst/>
                        </a:rPr>
                        <a:t>Decimal</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7310">
                        <a:lnSpc>
                          <a:spcPts val="1375"/>
                        </a:lnSpc>
                      </a:pPr>
                      <a:r>
                        <a:rPr lang="en-US" sz="1200">
                          <a:effectLst/>
                        </a:rPr>
                        <a:t>10</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4770">
                        <a:lnSpc>
                          <a:spcPts val="1375"/>
                        </a:lnSpc>
                      </a:pPr>
                      <a:r>
                        <a:rPr lang="en-US" sz="1200">
                          <a:effectLst/>
                        </a:rPr>
                        <a:t>Not</a:t>
                      </a:r>
                      <a:r>
                        <a:rPr lang="en-US" sz="1200" spc="-5">
                          <a:effectLst/>
                        </a:rPr>
                        <a:t> </a:t>
                      </a:r>
                      <a:r>
                        <a:rPr lang="en-US" sz="1200">
                          <a:effectLst/>
                        </a:rPr>
                        <a:t>Null</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4246838827"/>
                  </a:ext>
                </a:extLst>
              </a:tr>
              <a:tr h="209550">
                <a:tc>
                  <a:txBody>
                    <a:bodyPr/>
                    <a:lstStyle/>
                    <a:p>
                      <a:pPr marL="68580">
                        <a:lnSpc>
                          <a:spcPts val="1375"/>
                        </a:lnSpc>
                        <a:spcBef>
                          <a:spcPts val="5"/>
                        </a:spcBef>
                        <a:spcAft>
                          <a:spcPts val="0"/>
                        </a:spcAft>
                      </a:pPr>
                      <a:r>
                        <a:rPr lang="en-US" sz="1200">
                          <a:effectLst/>
                        </a:rPr>
                        <a:t>5</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6675">
                        <a:lnSpc>
                          <a:spcPts val="1375"/>
                        </a:lnSpc>
                        <a:spcBef>
                          <a:spcPts val="5"/>
                        </a:spcBef>
                        <a:spcAft>
                          <a:spcPts val="0"/>
                        </a:spcAft>
                      </a:pPr>
                      <a:r>
                        <a:rPr lang="en-US" sz="1200">
                          <a:effectLst/>
                        </a:rPr>
                        <a:t>email</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6040">
                        <a:lnSpc>
                          <a:spcPts val="1340"/>
                        </a:lnSpc>
                      </a:pPr>
                      <a:r>
                        <a:rPr lang="en-US" sz="1100">
                          <a:effectLst/>
                        </a:rPr>
                        <a:t>text</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7310">
                        <a:lnSpc>
                          <a:spcPts val="1375"/>
                        </a:lnSpc>
                        <a:spcBef>
                          <a:spcPts val="5"/>
                        </a:spcBef>
                        <a:spcAft>
                          <a:spcPts val="0"/>
                        </a:spcAft>
                      </a:pPr>
                      <a:r>
                        <a:rPr lang="en-US" sz="1200">
                          <a:effectLst/>
                        </a:rPr>
                        <a:t>20</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4770">
                        <a:lnSpc>
                          <a:spcPts val="1375"/>
                        </a:lnSpc>
                        <a:spcBef>
                          <a:spcPts val="5"/>
                        </a:spcBef>
                        <a:spcAft>
                          <a:spcPts val="0"/>
                        </a:spcAft>
                      </a:pPr>
                      <a:r>
                        <a:rPr lang="en-US" sz="1200">
                          <a:effectLst/>
                        </a:rPr>
                        <a:t>Not</a:t>
                      </a:r>
                      <a:r>
                        <a:rPr lang="en-US" sz="1200" spc="-5">
                          <a:effectLst/>
                        </a:rPr>
                        <a:t> </a:t>
                      </a:r>
                      <a:r>
                        <a:rPr lang="en-US" sz="1200">
                          <a:effectLst/>
                        </a:rPr>
                        <a:t>Null</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4195590564"/>
                  </a:ext>
                </a:extLst>
              </a:tr>
              <a:tr h="208280">
                <a:tc>
                  <a:txBody>
                    <a:bodyPr/>
                    <a:lstStyle/>
                    <a:p>
                      <a:pPr marL="68580">
                        <a:lnSpc>
                          <a:spcPts val="1375"/>
                        </a:lnSpc>
                      </a:pPr>
                      <a:r>
                        <a:rPr lang="en-US" sz="1200">
                          <a:effectLst/>
                        </a:rPr>
                        <a:t>6</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6675">
                        <a:lnSpc>
                          <a:spcPts val="1375"/>
                        </a:lnSpc>
                      </a:pPr>
                      <a:r>
                        <a:rPr lang="en-US" sz="1200">
                          <a:effectLst/>
                        </a:rPr>
                        <a:t>deptno</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6040">
                        <a:lnSpc>
                          <a:spcPts val="1340"/>
                        </a:lnSpc>
                      </a:pPr>
                      <a:r>
                        <a:rPr lang="en-US" sz="1100">
                          <a:effectLst/>
                        </a:rPr>
                        <a:t>Int</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7310">
                        <a:lnSpc>
                          <a:spcPts val="1375"/>
                        </a:lnSpc>
                      </a:pPr>
                      <a:r>
                        <a:rPr lang="en-US" sz="1200">
                          <a:effectLst/>
                        </a:rPr>
                        <a:t>2</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4770">
                        <a:lnSpc>
                          <a:spcPts val="1375"/>
                        </a:lnSpc>
                      </a:pPr>
                      <a:r>
                        <a:rPr lang="en-US" sz="1200">
                          <a:effectLst/>
                        </a:rPr>
                        <a:t>Not</a:t>
                      </a:r>
                      <a:r>
                        <a:rPr lang="en-US" sz="1200" spc="-5">
                          <a:effectLst/>
                        </a:rPr>
                        <a:t> </a:t>
                      </a:r>
                      <a:r>
                        <a:rPr lang="en-US" sz="1200">
                          <a:effectLst/>
                        </a:rPr>
                        <a:t>Null</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1016338652"/>
                  </a:ext>
                </a:extLst>
              </a:tr>
              <a:tr h="208280">
                <a:tc>
                  <a:txBody>
                    <a:bodyPr/>
                    <a:lstStyle/>
                    <a:p>
                      <a:pPr marL="68580">
                        <a:lnSpc>
                          <a:spcPts val="1375"/>
                        </a:lnSpc>
                      </a:pPr>
                      <a:r>
                        <a:rPr lang="en-US" sz="1200">
                          <a:effectLst/>
                        </a:rPr>
                        <a:t>7</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6675">
                        <a:lnSpc>
                          <a:spcPts val="1375"/>
                        </a:lnSpc>
                      </a:pPr>
                      <a:r>
                        <a:rPr lang="en-US" sz="1200">
                          <a:effectLst/>
                        </a:rPr>
                        <a:t>psw</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6040">
                        <a:lnSpc>
                          <a:spcPts val="1340"/>
                        </a:lnSpc>
                      </a:pPr>
                      <a:r>
                        <a:rPr lang="en-US" sz="1100">
                          <a:effectLst/>
                        </a:rPr>
                        <a:t>Varchar</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7310">
                        <a:lnSpc>
                          <a:spcPts val="1375"/>
                        </a:lnSpc>
                      </a:pPr>
                      <a:r>
                        <a:rPr lang="en-US" sz="1200">
                          <a:effectLst/>
                        </a:rPr>
                        <a:t>16</a:t>
                      </a:r>
                      <a:endParaRPr lang="en-IN" sz="110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tc>
                  <a:txBody>
                    <a:bodyPr/>
                    <a:lstStyle/>
                    <a:p>
                      <a:pPr marL="64770">
                        <a:lnSpc>
                          <a:spcPts val="1375"/>
                        </a:lnSpc>
                      </a:pPr>
                      <a:r>
                        <a:rPr lang="en-US" sz="1200" dirty="0">
                          <a:effectLst/>
                        </a:rPr>
                        <a:t>Not Null</a:t>
                      </a:r>
                      <a:endParaRPr lang="en-IN" sz="1100" dirty="0">
                        <a:effectLst/>
                        <a:latin typeface="Times New Roman" panose="02020603050405020304" pitchFamily="18" charset="0"/>
                        <a:ea typeface="Times New Roman" panose="02020603050405020304" pitchFamily="18" charset="0"/>
                        <a:cs typeface="Shruti" panose="020B0502040204020203" pitchFamily="34" charset="0"/>
                      </a:endParaRPr>
                    </a:p>
                  </a:txBody>
                  <a:tcPr marL="0" marR="0" marT="0" marB="0"/>
                </a:tc>
                <a:extLst>
                  <a:ext uri="{0D108BD9-81ED-4DB2-BD59-A6C34878D82A}">
                    <a16:rowId xmlns:a16="http://schemas.microsoft.com/office/drawing/2014/main" val="3947696070"/>
                  </a:ext>
                </a:extLst>
              </a:tr>
            </a:tbl>
          </a:graphicData>
        </a:graphic>
      </p:graphicFrame>
      <p:sp>
        <p:nvSpPr>
          <p:cNvPr id="3" name="Rectangle 1">
            <a:extLst>
              <a:ext uri="{FF2B5EF4-FFF2-40B4-BE49-F238E27FC236}">
                <a16:creationId xmlns:a16="http://schemas.microsoft.com/office/drawing/2014/main" id="{593D0AF9-5797-5B90-F3AA-9B170747EBFF}"/>
              </a:ext>
            </a:extLst>
          </p:cNvPr>
          <p:cNvSpPr>
            <a:spLocks noChangeArrowheads="1"/>
          </p:cNvSpPr>
          <p:nvPr/>
        </p:nvSpPr>
        <p:spPr bwMode="auto">
          <a:xfrm>
            <a:off x="1476476" y="104889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98280" tIns="63480" rIns="2288454"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Database Layout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emp</a:t>
            </a:r>
            <a:endParaRPr kumimoji="0" lang="en-US" altLang="en-US" sz="1200" b="1" i="0" u="sng"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07597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02C4EAB-CC2C-B8F8-1CC6-C4D539ED277E}"/>
              </a:ext>
            </a:extLst>
          </p:cNvPr>
          <p:cNvSpPr>
            <a:spLocks noChangeArrowheads="1"/>
          </p:cNvSpPr>
          <p:nvPr/>
        </p:nvSpPr>
        <p:spPr bwMode="auto">
          <a:xfrm>
            <a:off x="0" y="-73008"/>
            <a:ext cx="5296858" cy="1089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98280" tIns="149178" rIns="2656638"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Screens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lvl="1" eaLnBrk="0" fontAlgn="base" hangingPunct="0">
              <a:spcBef>
                <a:spcPct val="0"/>
              </a:spcBef>
              <a:spcAft>
                <a:spcPct val="0"/>
              </a:spcAft>
              <a:buFontTx/>
              <a:buChar char="•"/>
            </a:pP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Create Indent Page</a:t>
            </a:r>
            <a:endParaRPr kumimoji="0" lang="en-US" altLang="en-US" sz="1200" b="1" i="0" u="sng"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193" name="Picture 1">
            <a:extLst>
              <a:ext uri="{FF2B5EF4-FFF2-40B4-BE49-F238E27FC236}">
                <a16:creationId xmlns:a16="http://schemas.microsoft.com/office/drawing/2014/main" id="{EE227960-F2F2-10B5-021C-3AFFFFEF16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0456" y="969693"/>
            <a:ext cx="6607175" cy="399256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3C7CE082-DC20-DD91-E854-E70DAF91C7A4}"/>
              </a:ext>
            </a:extLst>
          </p:cNvPr>
          <p:cNvSpPr>
            <a:spLocks noChangeArrowheads="1"/>
          </p:cNvSpPr>
          <p:nvPr/>
        </p:nvSpPr>
        <p:spPr bwMode="auto">
          <a:xfrm>
            <a:off x="0" y="5447655"/>
            <a:ext cx="11933499" cy="1449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98280" tIns="63480" rIns="91440" bIns="0" numCol="1" anchor="ctr" anchorCtr="0" compatLnSpc="1">
            <a:prstTxWarp prst="textNoShape">
              <a:avLst/>
            </a:prstTxWarp>
            <a:spAutoFit/>
          </a:bodyPr>
          <a:lstStyle>
            <a:lvl1pPr eaLnBrk="0" fontAlgn="base" hangingPunct="0">
              <a:spcBef>
                <a:spcPct val="0"/>
              </a:spcBef>
              <a:spcAft>
                <a:spcPct val="0"/>
              </a:spcAft>
              <a:tabLst>
                <a:tab pos="698500" algn="l"/>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tab pos="698500" algn="l"/>
              </a:tabLst>
            </a:pPr>
            <a:r>
              <a:rPr kumimoji="0" lang="en-US" altLang="en-US" sz="1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A Create Indent form, also known as a Home screen, is a user interface element designed to provide feedback to users when the system is in the process of loading or performing a time-consuming operation.</a:t>
            </a: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698500" algn="l"/>
              </a:tabLst>
            </a:pPr>
            <a:r>
              <a:rPr kumimoji="0" lang="en-US" altLang="en-US" sz="1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It is a crucial component of user experience design, and its primary purpose is to enhance the user experience by giving clear visual indications of Create Indent Page.</a:t>
            </a: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698500" algn="l"/>
              </a:tabLst>
            </a:pPr>
            <a:r>
              <a:rPr kumimoji="0" lang="en-US" altLang="en-US" sz="1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This Indent Slip starts with Create Indent page with the interactive interface.</a:t>
            </a:r>
            <a:endParaRPr kumimoji="0" lang="en-US" altLang="en-US" sz="1400" b="1" i="0" u="sng"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698500" algn="l"/>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276218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2" name="Rectangle 9221">
            <a:extLst>
              <a:ext uri="{FF2B5EF4-FFF2-40B4-BE49-F238E27FC236}">
                <a16:creationId xmlns:a16="http://schemas.microsoft.com/office/drawing/2014/main" id="{73AD41DB-DF9F-49BC-85AE-6AB1840A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2">
            <a:extLst>
              <a:ext uri="{FF2B5EF4-FFF2-40B4-BE49-F238E27FC236}">
                <a16:creationId xmlns:a16="http://schemas.microsoft.com/office/drawing/2014/main" id="{2555D837-8822-3DC7-48C6-AF5CB02E9D35}"/>
              </a:ext>
            </a:extLst>
          </p:cNvPr>
          <p:cNvSpPr>
            <a:spLocks noChangeArrowheads="1"/>
          </p:cNvSpPr>
          <p:nvPr/>
        </p:nvSpPr>
        <p:spPr bwMode="auto">
          <a:xfrm>
            <a:off x="838200" y="4669978"/>
            <a:ext cx="4391024" cy="11737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L="0" marR="0" lvl="0" indent="0" fontAlgn="base">
              <a:lnSpc>
                <a:spcPct val="90000"/>
              </a:lnSpc>
              <a:spcBef>
                <a:spcPct val="0"/>
              </a:spcBef>
              <a:spcAft>
                <a:spcPts val="600"/>
              </a:spcAft>
              <a:buClrTx/>
              <a:buSzTx/>
              <a:tabLst/>
            </a:pPr>
            <a:r>
              <a:rPr kumimoji="0" lang="en-US" altLang="en-US" sz="4000" b="1" i="0" u="none" strike="noStrike" cap="none" normalizeH="0" baseline="0" dirty="0">
                <a:ln>
                  <a:noFill/>
                </a:ln>
                <a:solidFill>
                  <a:schemeClr val="bg1"/>
                </a:solidFill>
                <a:effectLst/>
                <a:latin typeface="+mj-lt"/>
                <a:ea typeface="+mj-ea"/>
                <a:cs typeface="+mj-cs"/>
              </a:rPr>
              <a:t>Indent Status</a:t>
            </a:r>
            <a:endParaRPr kumimoji="0" lang="en-US" altLang="en-US" sz="4000" b="1" i="0" u="sng" strike="noStrike" cap="none" normalizeH="0" baseline="0" dirty="0">
              <a:ln>
                <a:noFill/>
              </a:ln>
              <a:solidFill>
                <a:schemeClr val="bg1"/>
              </a:solidFill>
              <a:effectLst/>
              <a:latin typeface="+mj-lt"/>
              <a:ea typeface="+mj-ea"/>
              <a:cs typeface="+mj-cs"/>
            </a:endParaRPr>
          </a:p>
          <a:p>
            <a:pPr marL="0" marR="0" lvl="0" indent="0" fontAlgn="base">
              <a:lnSpc>
                <a:spcPct val="90000"/>
              </a:lnSpc>
              <a:spcBef>
                <a:spcPct val="0"/>
              </a:spcBef>
              <a:spcAft>
                <a:spcPts val="600"/>
              </a:spcAft>
              <a:buClrTx/>
              <a:buSzTx/>
              <a:tabLst/>
            </a:pPr>
            <a:endParaRPr kumimoji="0" lang="en-US" altLang="en-US" sz="4000" b="0" i="0" u="none" strike="noStrike" cap="none" normalizeH="0" baseline="0" dirty="0">
              <a:ln>
                <a:noFill/>
              </a:ln>
              <a:solidFill>
                <a:schemeClr val="bg1"/>
              </a:solidFill>
              <a:effectLst/>
              <a:latin typeface="+mj-lt"/>
              <a:ea typeface="+mj-ea"/>
              <a:cs typeface="+mj-cs"/>
            </a:endParaRPr>
          </a:p>
        </p:txBody>
      </p:sp>
      <p:pic>
        <p:nvPicPr>
          <p:cNvPr id="9217" name="Picture 2">
            <a:extLst>
              <a:ext uri="{FF2B5EF4-FFF2-40B4-BE49-F238E27FC236}">
                <a16:creationId xmlns:a16="http://schemas.microsoft.com/office/drawing/2014/main" id="{625A5056-8C59-62CE-9390-661EB6C1E08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190"/>
          <a:stretch/>
        </p:blipFill>
        <p:spPr bwMode="auto">
          <a:xfrm>
            <a:off x="20" y="-1"/>
            <a:ext cx="12191980" cy="3984912"/>
          </a:xfrm>
          <a:custGeom>
            <a:avLst/>
            <a:gdLst/>
            <a:ahLst/>
            <a:cxnLst/>
            <a:rect l="l" t="t" r="r" b="b"/>
            <a:pathLst>
              <a:path w="12192000" h="3984912">
                <a:moveTo>
                  <a:pt x="0" y="0"/>
                </a:moveTo>
                <a:lnTo>
                  <a:pt x="12192000" y="0"/>
                </a:lnTo>
                <a:lnTo>
                  <a:pt x="12192000" y="566059"/>
                </a:lnTo>
                <a:lnTo>
                  <a:pt x="12192000" y="794037"/>
                </a:lnTo>
                <a:lnTo>
                  <a:pt x="12192000" y="2336800"/>
                </a:lnTo>
                <a:lnTo>
                  <a:pt x="12192000" y="2631227"/>
                </a:lnTo>
                <a:lnTo>
                  <a:pt x="12192000" y="3908712"/>
                </a:lnTo>
                <a:lnTo>
                  <a:pt x="9439275" y="3984912"/>
                </a:lnTo>
                <a:lnTo>
                  <a:pt x="5572127" y="3737262"/>
                </a:lnTo>
                <a:lnTo>
                  <a:pt x="0" y="3908712"/>
                </a:lnTo>
                <a:lnTo>
                  <a:pt x="0" y="2631227"/>
                </a:lnTo>
                <a:lnTo>
                  <a:pt x="0" y="2336800"/>
                </a:lnTo>
                <a:lnTo>
                  <a:pt x="0" y="794037"/>
                </a:lnTo>
                <a:lnTo>
                  <a:pt x="0" y="566059"/>
                </a:lnTo>
                <a:close/>
              </a:path>
            </a:pathLst>
          </a:custGeom>
          <a:noFill/>
          <a:extLst>
            <a:ext uri="{909E8E84-426E-40DD-AFC4-6F175D3DCCD1}">
              <a14:hiddenFill xmlns:a14="http://schemas.microsoft.com/office/drawing/2010/main">
                <a:solidFill>
                  <a:srgbClr val="FFFFFF"/>
                </a:solidFill>
              </a14:hiddenFill>
            </a:ext>
          </a:extLst>
        </p:spPr>
      </p:pic>
      <p:grpSp>
        <p:nvGrpSpPr>
          <p:cNvPr id="9224" name="Group 9223">
            <a:extLst>
              <a:ext uri="{FF2B5EF4-FFF2-40B4-BE49-F238E27FC236}">
                <a16:creationId xmlns:a16="http://schemas.microsoft.com/office/drawing/2014/main" id="{A4AE1828-51FD-4AD7-BCF6-9AF5C696CE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9225" name="Freeform: Shape 9224">
              <a:extLst>
                <a:ext uri="{FF2B5EF4-FFF2-40B4-BE49-F238E27FC236}">
                  <a16:creationId xmlns:a16="http://schemas.microsoft.com/office/drawing/2014/main" id="{8542C7CD-02BE-4ADE-8D2F-DFB759D71A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226" name="Freeform: Shape 9225">
              <a:extLst>
                <a:ext uri="{FF2B5EF4-FFF2-40B4-BE49-F238E27FC236}">
                  <a16:creationId xmlns:a16="http://schemas.microsoft.com/office/drawing/2014/main" id="{840A04EE-8E37-4C28-B09B-A9593A4AAB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Rectangle 3">
            <a:extLst>
              <a:ext uri="{FF2B5EF4-FFF2-40B4-BE49-F238E27FC236}">
                <a16:creationId xmlns:a16="http://schemas.microsoft.com/office/drawing/2014/main" id="{BF19429B-A702-7439-DE6D-592B34FE4410}"/>
              </a:ext>
            </a:extLst>
          </p:cNvPr>
          <p:cNvSpPr>
            <a:spLocks noChangeArrowheads="1"/>
          </p:cNvSpPr>
          <p:nvPr/>
        </p:nvSpPr>
        <p:spPr bwMode="auto">
          <a:xfrm>
            <a:off x="4386805" y="4669977"/>
            <a:ext cx="6970170" cy="184656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fontScale="92500" lnSpcReduction="20000"/>
          </a:bodyPr>
          <a:lstStyle>
            <a:lvl1pPr eaLnBrk="0" fontAlgn="base" hangingPunct="0">
              <a:spcBef>
                <a:spcPct val="0"/>
              </a:spcBef>
              <a:spcAft>
                <a:spcPct val="0"/>
              </a:spcAft>
              <a:tabLst>
                <a:tab pos="698500" algn="l"/>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Lst>
              <a:defRPr>
                <a:solidFill>
                  <a:schemeClr val="tx1"/>
                </a:solidFill>
                <a:latin typeface="Arial" panose="020B0604020202020204" pitchFamily="34" charset="0"/>
              </a:defRPr>
            </a:lvl9pPr>
          </a:lstStyle>
          <a:p>
            <a:pPr marL="0" marR="0" lvl="0" indent="-228600" eaLnBrk="1" fontAlgn="base" hangingPunct="1">
              <a:lnSpc>
                <a:spcPct val="90000"/>
              </a:lnSpc>
              <a:spcBef>
                <a:spcPct val="0"/>
              </a:spcBef>
              <a:spcAft>
                <a:spcPts val="600"/>
              </a:spcAft>
              <a:buClrTx/>
              <a:buSzTx/>
              <a:buFont typeface="Arial" panose="020B0604020202020204" pitchFamily="34" charset="0"/>
              <a:buChar char="•"/>
              <a:tabLst>
                <a:tab pos="698500" algn="l"/>
              </a:tabLst>
            </a:pPr>
            <a:endParaRPr kumimoji="0" lang="en-US" altLang="en-US" sz="1600" b="1" i="0" u="sng" strike="noStrike" cap="none" normalizeH="0" baseline="0" dirty="0">
              <a:ln>
                <a:noFill/>
              </a:ln>
              <a:solidFill>
                <a:schemeClr val="bg1">
                  <a:alpha val="80000"/>
                </a:schemeClr>
              </a:solidFill>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tab pos="698500" algn="l"/>
              </a:tabLst>
            </a:pPr>
            <a:r>
              <a:rPr kumimoji="0" lang="en-US" altLang="en-US" sz="1600" b="0" i="0" u="none" strike="noStrike" cap="none" normalizeH="0" baseline="0" dirty="0">
                <a:ln>
                  <a:noFill/>
                </a:ln>
                <a:solidFill>
                  <a:schemeClr val="bg1">
                    <a:alpha val="80000"/>
                  </a:schemeClr>
                </a:solidFill>
                <a:effectLst/>
                <a:latin typeface="+mn-lt"/>
              </a:rPr>
              <a:t>This Page are designed to present complex information in a clear and user-friendly </a:t>
            </a:r>
            <a:r>
              <a:rPr lang="en-US" altLang="en-US" sz="1600" dirty="0">
                <a:solidFill>
                  <a:schemeClr val="bg1">
                    <a:alpha val="80000"/>
                  </a:schemeClr>
                </a:solidFill>
                <a:latin typeface="+mn-lt"/>
              </a:rPr>
              <a:t>  </a:t>
            </a:r>
            <a:r>
              <a:rPr kumimoji="0" lang="en-US" altLang="en-US" sz="1600" b="0" i="0" u="none" strike="noStrike" cap="none" normalizeH="0" baseline="0" dirty="0">
                <a:ln>
                  <a:noFill/>
                </a:ln>
                <a:solidFill>
                  <a:schemeClr val="bg1">
                    <a:alpha val="80000"/>
                  </a:schemeClr>
                </a:solidFill>
                <a:effectLst/>
                <a:latin typeface="+mn-lt"/>
              </a:rPr>
              <a:t>manner.</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tab pos="698500" algn="l"/>
              </a:tabLst>
            </a:pPr>
            <a:r>
              <a:rPr kumimoji="0" lang="en-US" altLang="en-US" sz="1600" b="0" i="0" u="none" strike="noStrike" cap="none" normalizeH="0" baseline="0" dirty="0">
                <a:ln>
                  <a:noFill/>
                </a:ln>
                <a:solidFill>
                  <a:schemeClr val="bg1">
                    <a:alpha val="80000"/>
                  </a:schemeClr>
                </a:solidFill>
                <a:effectLst/>
                <a:latin typeface="+mn-lt"/>
              </a:rPr>
              <a:t>Here we can see our inserted Record means about our indent Detail.</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tab pos="698500" algn="l"/>
              </a:tabLst>
            </a:pPr>
            <a:r>
              <a:rPr kumimoji="0" lang="en-US" altLang="en-US" sz="1600" b="0" i="0" u="none" strike="noStrike" cap="none" normalizeH="0" baseline="0" dirty="0">
                <a:ln>
                  <a:noFill/>
                </a:ln>
                <a:solidFill>
                  <a:schemeClr val="bg1">
                    <a:alpha val="80000"/>
                  </a:schemeClr>
                </a:solidFill>
                <a:effectLst/>
                <a:latin typeface="+mn-lt"/>
              </a:rPr>
              <a:t>We can click on see more button then Display that particular Indent Details in detail.</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tab pos="698500" algn="l"/>
              </a:tabLst>
            </a:pPr>
            <a:r>
              <a:rPr kumimoji="0" lang="en-US" altLang="en-US" sz="1600" b="0" i="0" u="none" strike="noStrike" cap="none" normalizeH="0" baseline="0" dirty="0">
                <a:ln>
                  <a:noFill/>
                </a:ln>
                <a:solidFill>
                  <a:schemeClr val="bg1">
                    <a:alpha val="80000"/>
                  </a:schemeClr>
                </a:solidFill>
                <a:effectLst/>
                <a:latin typeface="+mn-lt"/>
              </a:rPr>
              <a:t>This Page is User-friendly.</a:t>
            </a:r>
            <a:br>
              <a:rPr kumimoji="0" lang="en-US" altLang="en-US" sz="1600" b="0" i="0" u="none" strike="noStrike" cap="none" normalizeH="0" baseline="0" dirty="0">
                <a:ln>
                  <a:noFill/>
                </a:ln>
                <a:solidFill>
                  <a:schemeClr val="bg1">
                    <a:alpha val="80000"/>
                  </a:schemeClr>
                </a:solidFill>
                <a:effectLst/>
                <a:latin typeface="+mn-lt"/>
              </a:rPr>
            </a:br>
            <a:endParaRPr kumimoji="0" lang="en-US" altLang="en-US" sz="1600" b="0" i="0" u="none" strike="noStrike" cap="none" normalizeH="0" baseline="0" dirty="0">
              <a:ln>
                <a:noFill/>
              </a:ln>
              <a:solidFill>
                <a:schemeClr val="bg1">
                  <a:alpha val="80000"/>
                </a:schemeClr>
              </a:solidFill>
              <a:effectLst/>
              <a:latin typeface="+mn-lt"/>
            </a:endParaRPr>
          </a:p>
        </p:txBody>
      </p:sp>
    </p:spTree>
    <p:extLst>
      <p:ext uri="{BB962C8B-B14F-4D97-AF65-F5344CB8AC3E}">
        <p14:creationId xmlns:p14="http://schemas.microsoft.com/office/powerpoint/2010/main" val="3353204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4F73F4B-0B6F-004E-E33C-60B3584717EB}"/>
              </a:ext>
            </a:extLst>
          </p:cNvPr>
          <p:cNvSpPr>
            <a:spLocks noChangeArrowheads="1"/>
          </p:cNvSpPr>
          <p:nvPr/>
        </p:nvSpPr>
        <p:spPr bwMode="auto">
          <a:xfrm>
            <a:off x="1365812" y="334121"/>
            <a:ext cx="14567031" cy="571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98280" tIns="6348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a:ln>
                  <a:noFill/>
                </a:ln>
                <a:solidFill>
                  <a:schemeClr val="tx1"/>
                </a:solidFill>
                <a:effectLst/>
                <a:latin typeface="Arial" panose="020B0604020202020204" pitchFamily="34" charset="0"/>
                <a:ea typeface="Times New Roman" panose="02020603050405020304" pitchFamily="18" charset="0"/>
              </a:rPr>
              <a:t>Selected Indent Detail</a:t>
            </a:r>
            <a:endParaRPr kumimoji="0" lang="en-US" altLang="en-US" sz="1200" b="1" i="0" u="sng" strike="noStrike" cap="none" normalizeH="0" baseline="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241" name="Picture 3">
            <a:extLst>
              <a:ext uri="{FF2B5EF4-FFF2-40B4-BE49-F238E27FC236}">
                <a16:creationId xmlns:a16="http://schemas.microsoft.com/office/drawing/2014/main" id="{D6DC1019-093D-B53D-3250-FA39B67ECD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3263" y="924586"/>
            <a:ext cx="10467282" cy="496692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AAA18A2C-AA9A-3301-A3C9-1512CDBF24D4}"/>
              </a:ext>
            </a:extLst>
          </p:cNvPr>
          <p:cNvSpPr>
            <a:spLocks noChangeArrowheads="1"/>
          </p:cNvSpPr>
          <p:nvPr/>
        </p:nvSpPr>
        <p:spPr bwMode="auto">
          <a:xfrm>
            <a:off x="1365812" y="718211"/>
            <a:ext cx="14567031" cy="54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0577630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C194636-747A-CE32-0B20-A2503F052A3C}"/>
              </a:ext>
            </a:extLst>
          </p:cNvPr>
          <p:cNvSpPr>
            <a:spLocks noChangeArrowheads="1"/>
          </p:cNvSpPr>
          <p:nvPr/>
        </p:nvSpPr>
        <p:spPr bwMode="auto">
          <a:xfrm>
            <a:off x="324091" y="543455"/>
            <a:ext cx="15834168" cy="571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98280" tIns="6348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Indent Update</a:t>
            </a:r>
            <a:endParaRPr kumimoji="0" lang="en-US" altLang="en-US" sz="1200" b="1" i="0" u="sng"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1265" name="Picture 4">
            <a:extLst>
              <a:ext uri="{FF2B5EF4-FFF2-40B4-BE49-F238E27FC236}">
                <a16:creationId xmlns:a16="http://schemas.microsoft.com/office/drawing/2014/main" id="{EA6D54A8-3799-0562-153E-A8D37EE963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5422" y="1209502"/>
            <a:ext cx="9582742" cy="490885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A26A69B8-D60A-1FF6-4AD9-DD86919965C9}"/>
              </a:ext>
            </a:extLst>
          </p:cNvPr>
          <p:cNvSpPr>
            <a:spLocks noChangeArrowheads="1"/>
          </p:cNvSpPr>
          <p:nvPr/>
        </p:nvSpPr>
        <p:spPr bwMode="auto">
          <a:xfrm>
            <a:off x="601883" y="655504"/>
            <a:ext cx="15834168"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sng" strike="noStrike" cap="none" normalizeH="0" baseline="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957822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8AC7506-D321-3EF2-99C5-DDA5227A674B}"/>
              </a:ext>
            </a:extLst>
          </p:cNvPr>
          <p:cNvSpPr>
            <a:spLocks noChangeArrowheads="1"/>
          </p:cNvSpPr>
          <p:nvPr/>
        </p:nvSpPr>
        <p:spPr bwMode="auto">
          <a:xfrm>
            <a:off x="694480" y="440899"/>
            <a:ext cx="16980617" cy="571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98280" tIns="6348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a:ln>
                  <a:noFill/>
                </a:ln>
                <a:solidFill>
                  <a:schemeClr val="tx1"/>
                </a:solidFill>
                <a:effectLst/>
                <a:latin typeface="Arial" panose="020B0604020202020204" pitchFamily="34" charset="0"/>
                <a:ea typeface="Times New Roman" panose="02020603050405020304" pitchFamily="18" charset="0"/>
              </a:rPr>
              <a:t>Indent Report</a:t>
            </a:r>
            <a:endParaRPr kumimoji="0" lang="en-US" altLang="en-US" sz="1200" b="1" i="0" u="sng" strike="noStrike" cap="none" normalizeH="0" baseline="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2289" name="Picture 5" descr="A screenshot of a computer screen&#10;&#10;Description automatically generated">
            <a:extLst>
              <a:ext uri="{FF2B5EF4-FFF2-40B4-BE49-F238E27FC236}">
                <a16:creationId xmlns:a16="http://schemas.microsoft.com/office/drawing/2014/main" id="{FC8A3753-4046-9F58-9276-D43B910DAD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393" y="1039943"/>
            <a:ext cx="10079589" cy="477811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623A564B-9D90-BD3C-D4C7-3DD66A31BB23}"/>
              </a:ext>
            </a:extLst>
          </p:cNvPr>
          <p:cNvSpPr>
            <a:spLocks noChangeArrowheads="1"/>
          </p:cNvSpPr>
          <p:nvPr/>
        </p:nvSpPr>
        <p:spPr bwMode="auto">
          <a:xfrm>
            <a:off x="694480" y="835155"/>
            <a:ext cx="1698061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713609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5B8275-A12E-7F55-BBC3-EA16DE1C374E}"/>
              </a:ext>
            </a:extLst>
          </p:cNvPr>
          <p:cNvSpPr txBox="1"/>
          <p:nvPr/>
        </p:nvSpPr>
        <p:spPr>
          <a:xfrm>
            <a:off x="532435" y="179643"/>
            <a:ext cx="11308466" cy="6588983"/>
          </a:xfrm>
          <a:prstGeom prst="rect">
            <a:avLst/>
          </a:prstGeom>
          <a:noFill/>
        </p:spPr>
        <p:txBody>
          <a:bodyPr wrap="square">
            <a:spAutoFit/>
          </a:bodyPr>
          <a:lstStyle/>
          <a:p>
            <a:pPr>
              <a:spcBef>
                <a:spcPts val="50"/>
              </a:spcBef>
            </a:pPr>
            <a:r>
              <a:rPr lang="en-US" sz="12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2708275" marR="2658110" algn="ctr">
              <a:spcBef>
                <a:spcPts val="445"/>
              </a:spcBef>
            </a:pPr>
            <a:r>
              <a:rPr lang="en-US" sz="2000" b="1" kern="0" dirty="0">
                <a:effectLst/>
                <a:latin typeface="Times New Roman" panose="02020603050405020304" pitchFamily="18" charset="0"/>
                <a:ea typeface="Times New Roman" panose="02020603050405020304" pitchFamily="18" charset="0"/>
              </a:rPr>
              <a:t>Limitations</a:t>
            </a:r>
            <a:endParaRPr lang="en-IN" sz="2000" b="1" kern="0" dirty="0">
              <a:effectLst/>
              <a:latin typeface="Times New Roman" panose="02020603050405020304" pitchFamily="18" charset="0"/>
              <a:ea typeface="Times New Roman" panose="02020603050405020304" pitchFamily="18" charset="0"/>
            </a:endParaRPr>
          </a:p>
          <a:p>
            <a:r>
              <a:rPr lang="en-US" sz="24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spcBef>
                <a:spcPts val="55"/>
              </a:spcBef>
            </a:pPr>
            <a:r>
              <a:rPr lang="en-US" sz="20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Manual Processing: In a manual indent slip system, everything from creating the slip to processing the order is done manually. This can be time-consuming and error-prone.</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Potential for Errors: Manual entry increases the likelihood of errors in transcription, leading to mistakes in orders or requisitions.</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Limited Traceability: Without a robust digital system in place, tracking orders and their statuses can be challenging. It may be difficult to trace who requested what and when.</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Delayed Processing: Manual processing can lead to delays in fulfilling orders, particularly if there's a backlog or if slips get lost in the process.</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Lack of Real-Time Information: Traditional indent slip systems may not provide real-time insights into inventory levels or order statuses, making it harder to manage inventory efficiently.</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Storage and Retrieval Challenges: Maintaining physical indent slips requires space and organization. Retrieving specific slips can be time-consuming if they're not stored properly.</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Scalability Issues: Manual systems may struggle to cope with increasing volumes of orders or requisitions, leading to inefficiencies as the workload grows.</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389393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9FFF4B-16DB-AC41-B0C6-9DE6CA14EC00}"/>
              </a:ext>
            </a:extLst>
          </p:cNvPr>
          <p:cNvSpPr txBox="1"/>
          <p:nvPr/>
        </p:nvSpPr>
        <p:spPr>
          <a:xfrm>
            <a:off x="486135" y="392702"/>
            <a:ext cx="10475089" cy="5453159"/>
          </a:xfrm>
          <a:prstGeom prst="rect">
            <a:avLst/>
          </a:prstGeom>
          <a:noFill/>
        </p:spPr>
        <p:txBody>
          <a:bodyPr wrap="square">
            <a:spAutoFit/>
          </a:bodyPr>
          <a:lstStyle/>
          <a:p>
            <a:pPr marL="2708275" marR="2658110" algn="ctr">
              <a:spcBef>
                <a:spcPts val="445"/>
              </a:spcBef>
            </a:pPr>
            <a:r>
              <a:rPr lang="en-US" sz="2000" b="1" kern="0" dirty="0">
                <a:effectLst/>
                <a:latin typeface="Times New Roman" panose="02020603050405020304" pitchFamily="18" charset="0"/>
                <a:ea typeface="Times New Roman" panose="02020603050405020304" pitchFamily="18" charset="0"/>
              </a:rPr>
              <a:t>Conclusions</a:t>
            </a:r>
            <a:endParaRPr lang="en-IN" sz="2000" b="1" kern="0" dirty="0">
              <a:effectLst/>
              <a:latin typeface="Times New Roman" panose="02020603050405020304" pitchFamily="18" charset="0"/>
              <a:ea typeface="Times New Roman" panose="02020603050405020304" pitchFamily="18" charset="0"/>
            </a:endParaRPr>
          </a:p>
          <a:p>
            <a:r>
              <a:rPr lang="en-US" sz="24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spcBef>
                <a:spcPts val="45"/>
              </a:spcBef>
            </a:pPr>
            <a:r>
              <a:rPr lang="en-US" sz="20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lgn="just">
              <a:lnSpc>
                <a:spcPct val="107000"/>
              </a:lnSpc>
            </a:pPr>
            <a:r>
              <a:rPr lang="en-US" sz="1800" dirty="0">
                <a:effectLst/>
                <a:latin typeface="Times New Roman" panose="02020603050405020304" pitchFamily="18" charset="0"/>
                <a:ea typeface="Times New Roman" panose="02020603050405020304" pitchFamily="18" charset="0"/>
              </a:rPr>
              <a:t>in conclusion, while the indent slip system has been a traditional method for managing procurement and inventory, it comes with several limitations. These include manual processing, potential for errors, limited traceability, delayed processing, lack of real-time information, storage and retrieval challenges, dependency on paper, scalability issues, difficulty in collaboration, and security risks.</a:t>
            </a:r>
            <a:endParaRPr lang="en-IN" sz="1600" dirty="0">
              <a:effectLst/>
              <a:latin typeface="Times New Roman" panose="02020603050405020304" pitchFamily="18" charset="0"/>
              <a:ea typeface="Times New Roman" panose="02020603050405020304" pitchFamily="18" charset="0"/>
            </a:endParaRPr>
          </a:p>
          <a:p>
            <a:pPr algn="just">
              <a:lnSpc>
                <a:spcPct val="107000"/>
              </a:lnSpc>
            </a:pPr>
            <a:r>
              <a:rPr lang="en-US" sz="1800" dirty="0">
                <a:effectLst/>
                <a:latin typeface="Times New Roman" panose="02020603050405020304" pitchFamily="18" charset="0"/>
                <a:ea typeface="Times New Roman" panose="02020603050405020304" pitchFamily="18" charset="0"/>
              </a:rPr>
              <a:t>Despite these drawbacks, the indent slip system has been used effectively in many organizations, particularly those with simpler procurement needs or smaller inventory management requirements. However, as businesses evolve and demand more efficient and streamlined processes, many are transitioning to digital procurement and inventory management systems.</a:t>
            </a:r>
            <a:endParaRPr lang="en-IN" sz="1600" dirty="0">
              <a:effectLst/>
              <a:latin typeface="Times New Roman" panose="02020603050405020304" pitchFamily="18" charset="0"/>
              <a:ea typeface="Times New Roman" panose="02020603050405020304" pitchFamily="18" charset="0"/>
            </a:endParaRPr>
          </a:p>
          <a:p>
            <a:pPr algn="just">
              <a:lnSpc>
                <a:spcPct val="107000"/>
              </a:lnSpc>
            </a:pPr>
            <a:r>
              <a:rPr lang="en-US" sz="1800" dirty="0">
                <a:effectLst/>
                <a:latin typeface="Times New Roman" panose="02020603050405020304" pitchFamily="18" charset="0"/>
                <a:ea typeface="Times New Roman" panose="02020603050405020304" pitchFamily="18" charset="0"/>
              </a:rPr>
              <a:t>Digital systems offer automation, real-time tracking, improved efficiency, and enhanced collaboration capabilities. They mitigate the shortcomings of manual indent slip systems by providing better accuracy, scalability, and security. Ultimately, the conclusion is that while the indent slip system has served its purpose in the past, the future of procurement and inventory management lies in embracing digital solutions to drive efficiency, accuracy, and competitiveness.</a:t>
            </a:r>
            <a:endParaRPr lang="en-IN" sz="1600" dirty="0">
              <a:effectLst/>
              <a:latin typeface="Times New Roman" panose="02020603050405020304" pitchFamily="18" charset="0"/>
              <a:ea typeface="Times New Roman" panose="02020603050405020304" pitchFamily="18" charset="0"/>
            </a:endParaRPr>
          </a:p>
          <a:p>
            <a:br>
              <a:rPr lang="en-US" sz="1600" dirty="0">
                <a:effectLst/>
                <a:latin typeface="Times New Roman" panose="02020603050405020304" pitchFamily="18" charset="0"/>
                <a:ea typeface="Times New Roman" panose="02020603050405020304" pitchFamily="18" charset="0"/>
              </a:rPr>
            </a:br>
            <a:endParaRPr lang="en-IN" dirty="0"/>
          </a:p>
        </p:txBody>
      </p:sp>
    </p:spTree>
    <p:extLst>
      <p:ext uri="{BB962C8B-B14F-4D97-AF65-F5344CB8AC3E}">
        <p14:creationId xmlns:p14="http://schemas.microsoft.com/office/powerpoint/2010/main" val="23509658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CD7D0A-2A04-F9AC-463A-27343D8EBFEB}"/>
              </a:ext>
            </a:extLst>
          </p:cNvPr>
          <p:cNvSpPr txBox="1"/>
          <p:nvPr/>
        </p:nvSpPr>
        <p:spPr>
          <a:xfrm>
            <a:off x="2155786" y="1385390"/>
            <a:ext cx="6548376" cy="1669688"/>
          </a:xfrm>
          <a:prstGeom prst="rect">
            <a:avLst/>
          </a:prstGeom>
          <a:noFill/>
        </p:spPr>
        <p:txBody>
          <a:bodyPr wrap="square">
            <a:spAutoFit/>
          </a:bodyPr>
          <a:lstStyle/>
          <a:p>
            <a:pPr marL="2708910" marR="2658110" indent="-229235" algn="ctr">
              <a:spcBef>
                <a:spcPts val="450"/>
              </a:spcBef>
              <a:spcAft>
                <a:spcPts val="0"/>
              </a:spcAft>
            </a:pPr>
            <a:r>
              <a:rPr lang="en-US" sz="1600" b="1" u="none" strike="noStrike" dirty="0">
                <a:effectLst/>
                <a:uFill>
                  <a:solidFill>
                    <a:srgbClr val="000000"/>
                  </a:solidFill>
                </a:uFill>
                <a:latin typeface="Times New Roman" panose="02020603050405020304" pitchFamily="18" charset="0"/>
                <a:ea typeface="Times New Roman" panose="02020603050405020304" pitchFamily="18" charset="0"/>
              </a:rPr>
              <a:t>Bibliography</a:t>
            </a:r>
            <a:endParaRPr lang="en-IN" sz="1600" b="1" u="sng" dirty="0">
              <a:effectLst/>
              <a:uFill>
                <a:solidFill>
                  <a:srgbClr val="000000"/>
                </a:solidFill>
              </a:uFill>
              <a:latin typeface="Times New Roman" panose="02020603050405020304" pitchFamily="18" charset="0"/>
              <a:ea typeface="Times New Roman" panose="02020603050405020304" pitchFamily="18" charset="0"/>
            </a:endParaRPr>
          </a:p>
          <a:p>
            <a:pPr marL="927100" indent="-229235">
              <a:spcBef>
                <a:spcPts val="5"/>
              </a:spcBef>
              <a:spcAft>
                <a:spcPts val="0"/>
              </a:spcAft>
              <a:tabLst>
                <a:tab pos="927735" algn="l"/>
              </a:tabLst>
            </a:pPr>
            <a:r>
              <a:rPr lang="en-US" sz="1600" b="1" u="none" strike="noStrike" dirty="0">
                <a:solidFill>
                  <a:srgbClr val="365F91"/>
                </a:solidFill>
                <a:effectLst/>
                <a:latin typeface="Times New Roman" panose="02020603050405020304" pitchFamily="18" charset="0"/>
                <a:ea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endParaRPr>
          </a:p>
          <a:p>
            <a:pPr marL="742950" lvl="1" indent="-285750">
              <a:spcBef>
                <a:spcPts val="905"/>
              </a:spcBef>
              <a:spcAft>
                <a:spcPts val="0"/>
              </a:spcAft>
              <a:buSzPts val="1200"/>
              <a:buFont typeface="Symbol" panose="05050102010706020507" pitchFamily="18" charset="2"/>
              <a:buChar char=""/>
              <a:tabLst>
                <a:tab pos="927735" algn="l"/>
              </a:tabLst>
            </a:pPr>
            <a:r>
              <a:rPr lang="en-US" sz="1400" b="1" u="sng" dirty="0">
                <a:solidFill>
                  <a:srgbClr val="365F91"/>
                </a:solidFill>
                <a:effectLst/>
                <a:latin typeface="Times New Roman" panose="02020603050405020304" pitchFamily="18" charset="0"/>
                <a:ea typeface="Symbol" panose="05050102010706020507" pitchFamily="18" charset="2"/>
                <a:cs typeface="Symbol" panose="05050102010706020507" pitchFamily="18" charset="2"/>
                <a:hlinkClick r:id="rId2"/>
              </a:rPr>
              <a:t>lucid</a:t>
            </a:r>
            <a:r>
              <a:rPr lang="en-US" sz="1600" b="1" u="sng" dirty="0">
                <a:solidFill>
                  <a:srgbClr val="365F91"/>
                </a:solidFill>
                <a:effectLst/>
                <a:latin typeface="Times New Roman" panose="02020603050405020304" pitchFamily="18" charset="0"/>
                <a:ea typeface="Symbol" panose="05050102010706020507" pitchFamily="18" charset="2"/>
                <a:cs typeface="Symbol" panose="05050102010706020507" pitchFamily="18" charset="2"/>
              </a:rPr>
              <a:t> For DFD’s</a:t>
            </a:r>
            <a:endParaRPr lang="en-IN" sz="1400" dirty="0">
              <a:effectLst/>
              <a:latin typeface="Times New Roman" panose="02020603050405020304" pitchFamily="18" charset="0"/>
              <a:ea typeface="Symbol" panose="05050102010706020507" pitchFamily="18" charset="2"/>
              <a:cs typeface="Symbol" panose="05050102010706020507" pitchFamily="18" charset="2"/>
            </a:endParaRPr>
          </a:p>
          <a:p>
            <a:pPr marL="742950" lvl="1" indent="-285750">
              <a:spcBef>
                <a:spcPts val="910"/>
              </a:spcBef>
              <a:spcAft>
                <a:spcPts val="0"/>
              </a:spcAft>
              <a:buSzPts val="1200"/>
              <a:buFont typeface="Symbol" panose="05050102010706020507" pitchFamily="18" charset="2"/>
              <a:buChar char=""/>
              <a:tabLst>
                <a:tab pos="927735" algn="l"/>
              </a:tabLst>
            </a:pPr>
            <a:r>
              <a:rPr lang="en-US" sz="1600" b="1" u="sng" dirty="0">
                <a:solidFill>
                  <a:srgbClr val="365F91"/>
                </a:solidFill>
                <a:effectLst/>
                <a:latin typeface="Times New Roman" panose="02020603050405020304" pitchFamily="18" charset="0"/>
                <a:ea typeface="Symbol" panose="05050102010706020507" pitchFamily="18" charset="2"/>
                <a:cs typeface="Symbol" panose="05050102010706020507" pitchFamily="18" charset="2"/>
              </a:rPr>
              <a:t>Google</a:t>
            </a:r>
            <a:endParaRPr lang="en-IN" sz="1400" dirty="0">
              <a:effectLst/>
              <a:latin typeface="Times New Roman" panose="02020603050405020304" pitchFamily="18" charset="0"/>
              <a:ea typeface="Symbol" panose="05050102010706020507" pitchFamily="18" charset="2"/>
              <a:cs typeface="Symbol" panose="05050102010706020507" pitchFamily="18" charset="2"/>
            </a:endParaRPr>
          </a:p>
          <a:p>
            <a:pPr marL="927100" indent="-229235">
              <a:spcBef>
                <a:spcPts val="910"/>
              </a:spcBef>
              <a:spcAft>
                <a:spcPts val="0"/>
              </a:spcAft>
              <a:tabLst>
                <a:tab pos="927100" algn="l"/>
                <a:tab pos="927735" algn="l"/>
              </a:tabLst>
            </a:pPr>
            <a:r>
              <a:rPr lang="en-US" sz="1600" b="1" dirty="0">
                <a:effectLst/>
                <a:latin typeface="Times New Roman" panose="02020603050405020304" pitchFamily="18" charset="0"/>
                <a:ea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816605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TotalTime>
  <Words>1940</Words>
  <Application>Microsoft Office PowerPoint</Application>
  <PresentationFormat>Widescreen</PresentationFormat>
  <Paragraphs>306</Paragraphs>
  <Slides>25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Aptos</vt:lpstr>
      <vt:lpstr>Aptos Display</vt:lpstr>
      <vt:lpstr>Arial</vt:lpstr>
      <vt:lpstr>Courier New</vt:lpstr>
      <vt:lpstr>Symbol</vt:lpstr>
      <vt:lpstr>Times New Roman</vt:lpstr>
      <vt:lpstr>Wingdings</vt:lpstr>
      <vt:lpstr>Office Theme</vt:lpstr>
      <vt:lpstr>Indent Slip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003 - Shihora Abhay Ramjibhai</dc:creator>
  <cp:lastModifiedBy>003 - Shihora Abhay Ramjibhai</cp:lastModifiedBy>
  <cp:revision>24</cp:revision>
  <dcterms:created xsi:type="dcterms:W3CDTF">2024-02-29T02:38:52Z</dcterms:created>
  <dcterms:modified xsi:type="dcterms:W3CDTF">2024-02-29T03:37:18Z</dcterms:modified>
</cp:coreProperties>
</file>